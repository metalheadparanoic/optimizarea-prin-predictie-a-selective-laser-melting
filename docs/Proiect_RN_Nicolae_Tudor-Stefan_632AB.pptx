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9"/>
  </p:notesMasterIdLst>
  <p:sldIdLst>
    <p:sldId id="312" r:id="rId2"/>
    <p:sldId id="258" r:id="rId3"/>
    <p:sldId id="260" r:id="rId4"/>
    <p:sldId id="262" r:id="rId5"/>
    <p:sldId id="313" r:id="rId6"/>
    <p:sldId id="314" r:id="rId7"/>
    <p:sldId id="315" r:id="rId8"/>
    <p:sldId id="316" r:id="rId9"/>
    <p:sldId id="273" r:id="rId10"/>
    <p:sldId id="267" r:id="rId11"/>
    <p:sldId id="319" r:id="rId12"/>
    <p:sldId id="320" r:id="rId13"/>
    <p:sldId id="321" r:id="rId14"/>
    <p:sldId id="322" r:id="rId15"/>
    <p:sldId id="323" r:id="rId16"/>
    <p:sldId id="324" r:id="rId17"/>
    <p:sldId id="325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Lexend Exa" panose="020B0604020202020204" charset="0"/>
      <p:regular r:id="rId21"/>
      <p:bold r:id="rId22"/>
    </p:embeddedFont>
    <p:embeddedFont>
      <p:font typeface="Lexend Exa ExtraBold" panose="020B0604020202020204" charset="0"/>
      <p:bold r:id="rId23"/>
    </p:embeddedFont>
    <p:embeddedFont>
      <p:font typeface="Lexend Exa Light" panose="020B0604020202020204" charset="0"/>
      <p:regular r:id="rId24"/>
      <p:bold r:id="rId25"/>
    </p:embeddedFont>
    <p:embeddedFont>
      <p:font typeface="Lexend Light" panose="020B0604020202020204" charset="0"/>
      <p:regular r:id="rId26"/>
      <p:bold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C25D02-93F4-4C27-B2E8-211C3D04DBB3}" v="24" dt="2025-11-13T09:35:13.286"/>
    <p1510:client id="{AA47ABBA-C0CD-4FBD-BDF5-C07BD3867FFA}" v="6" dt="2025-11-13T09:26:04.594"/>
  </p1510:revLst>
</p1510:revInfo>
</file>

<file path=ppt/tableStyles.xml><?xml version="1.0" encoding="utf-8"?>
<a:tblStyleLst xmlns:a="http://schemas.openxmlformats.org/drawingml/2006/main" def="{FA81D1BE-B4C4-4980-B4CF-38618F2C29FB}">
  <a:tblStyle styleId="{FA81D1BE-B4C4-4980-B4CF-38618F2C29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32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Ştefan NICOLAE (140802)" userId="1618e4c7-8b2a-4b35-b670-f2f778038767" providerId="ADAL" clId="{1A236348-680A-4B61-9140-4006BBC278EC}"/>
    <pc:docChg chg="undo redo custSel addSld delSld modSld sldOrd delMainMaster">
      <pc:chgData name="Tudor-Ştefan NICOLAE (140802)" userId="1618e4c7-8b2a-4b35-b670-f2f778038767" providerId="ADAL" clId="{1A236348-680A-4B61-9140-4006BBC278EC}" dt="2025-11-13T09:35:58.730" v="535" actId="47"/>
      <pc:docMkLst>
        <pc:docMk/>
      </pc:docMkLst>
      <pc:sldChg chg="modSp add del mod modNotes">
        <pc:chgData name="Tudor-Ştefan NICOLAE (140802)" userId="1618e4c7-8b2a-4b35-b670-f2f778038767" providerId="ADAL" clId="{1A236348-680A-4B61-9140-4006BBC278EC}" dt="2025-11-13T09:16:20.119" v="152" actId="47"/>
        <pc:sldMkLst>
          <pc:docMk/>
          <pc:sldMk cId="0" sldId="256"/>
        </pc:sldMkLst>
        <pc:spChg chg="mod">
          <ac:chgData name="Tudor-Ştefan NICOLAE (140802)" userId="1618e4c7-8b2a-4b35-b670-f2f778038767" providerId="ADAL" clId="{1A236348-680A-4B61-9140-4006BBC278EC}" dt="2025-11-13T09:16:20.011" v="150" actId="20577"/>
          <ac:spMkLst>
            <pc:docMk/>
            <pc:sldMk cId="0" sldId="256"/>
            <ac:spMk id="1815" creationId="{00000000-0000-0000-0000-000000000000}"/>
          </ac:spMkLst>
        </pc:spChg>
      </pc:sldChg>
      <pc:sldChg chg="del">
        <pc:chgData name="Tudor-Ştefan NICOLAE (140802)" userId="1618e4c7-8b2a-4b35-b670-f2f778038767" providerId="ADAL" clId="{1A236348-680A-4B61-9140-4006BBC278EC}" dt="2025-11-13T09:35:58.730" v="535" actId="47"/>
        <pc:sldMkLst>
          <pc:docMk/>
          <pc:sldMk cId="0" sldId="257"/>
        </pc:sldMkLst>
      </pc:sldChg>
      <pc:sldChg chg="addSp delSp modSp mod">
        <pc:chgData name="Tudor-Ştefan NICOLAE (140802)" userId="1618e4c7-8b2a-4b35-b670-f2f778038767" providerId="ADAL" clId="{1A236348-680A-4B61-9140-4006BBC278EC}" dt="2025-11-13T09:18:38.778" v="244" actId="478"/>
        <pc:sldMkLst>
          <pc:docMk/>
          <pc:sldMk cId="0" sldId="258"/>
        </pc:sldMkLst>
        <pc:spChg chg="add del mod">
          <ac:chgData name="Tudor-Ştefan NICOLAE (140802)" userId="1618e4c7-8b2a-4b35-b670-f2f778038767" providerId="ADAL" clId="{1A236348-680A-4B61-9140-4006BBC278EC}" dt="2025-11-13T09:17:03.644" v="162" actId="478"/>
          <ac:spMkLst>
            <pc:docMk/>
            <pc:sldMk cId="0" sldId="258"/>
            <ac:spMk id="3" creationId="{0982FBFA-E2A5-E878-DEAA-9CA7B90AD853}"/>
          </ac:spMkLst>
        </pc:spChg>
        <pc:spChg chg="add del mod">
          <ac:chgData name="Tudor-Ştefan NICOLAE (140802)" userId="1618e4c7-8b2a-4b35-b670-f2f778038767" providerId="ADAL" clId="{1A236348-680A-4B61-9140-4006BBC278EC}" dt="2025-11-13T09:17:08.776" v="165" actId="478"/>
          <ac:spMkLst>
            <pc:docMk/>
            <pc:sldMk cId="0" sldId="258"/>
            <ac:spMk id="5" creationId="{2C3BF3FC-3583-394F-F52A-E29300267239}"/>
          </ac:spMkLst>
        </pc:spChg>
        <pc:spChg chg="add del mod">
          <ac:chgData name="Tudor-Ştefan NICOLAE (140802)" userId="1618e4c7-8b2a-4b35-b670-f2f778038767" providerId="ADAL" clId="{1A236348-680A-4B61-9140-4006BBC278EC}" dt="2025-11-13T09:17:13.254" v="167" actId="478"/>
          <ac:spMkLst>
            <pc:docMk/>
            <pc:sldMk cId="0" sldId="258"/>
            <ac:spMk id="7" creationId="{5B03E39D-21D5-AC2C-8290-BAC38CAEF004}"/>
          </ac:spMkLst>
        </pc:spChg>
        <pc:spChg chg="add del mod">
          <ac:chgData name="Tudor-Ştefan NICOLAE (140802)" userId="1618e4c7-8b2a-4b35-b670-f2f778038767" providerId="ADAL" clId="{1A236348-680A-4B61-9140-4006BBC278EC}" dt="2025-11-13T09:17:35.587" v="171" actId="478"/>
          <ac:spMkLst>
            <pc:docMk/>
            <pc:sldMk cId="0" sldId="258"/>
            <ac:spMk id="9" creationId="{73B304F7-C15D-E492-08CC-18C106CC6955}"/>
          </ac:spMkLst>
        </pc:spChg>
        <pc:spChg chg="del mod">
          <ac:chgData name="Tudor-Ştefan NICOLAE (140802)" userId="1618e4c7-8b2a-4b35-b670-f2f778038767" providerId="ADAL" clId="{1A236348-680A-4B61-9140-4006BBC278EC}" dt="2025-11-13T09:18:38.778" v="244" actId="478"/>
          <ac:spMkLst>
            <pc:docMk/>
            <pc:sldMk cId="0" sldId="258"/>
            <ac:spMk id="1831" creationId="{00000000-0000-0000-0000-000000000000}"/>
          </ac:spMkLst>
        </pc:spChg>
        <pc:spChg chg="del">
          <ac:chgData name="Tudor-Ştefan NICOLAE (140802)" userId="1618e4c7-8b2a-4b35-b670-f2f778038767" providerId="ADAL" clId="{1A236348-680A-4B61-9140-4006BBC278EC}" dt="2025-11-13T09:17:33.641" v="170" actId="478"/>
          <ac:spMkLst>
            <pc:docMk/>
            <pc:sldMk cId="0" sldId="258"/>
            <ac:spMk id="1832" creationId="{00000000-0000-0000-0000-000000000000}"/>
          </ac:spMkLst>
        </pc:spChg>
        <pc:spChg chg="del">
          <ac:chgData name="Tudor-Ştefan NICOLAE (140802)" userId="1618e4c7-8b2a-4b35-b670-f2f778038767" providerId="ADAL" clId="{1A236348-680A-4B61-9140-4006BBC278EC}" dt="2025-11-13T09:17:11.030" v="166" actId="478"/>
          <ac:spMkLst>
            <pc:docMk/>
            <pc:sldMk cId="0" sldId="258"/>
            <ac:spMk id="1833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7:52.568" v="175" actId="1076"/>
          <ac:spMkLst>
            <pc:docMk/>
            <pc:sldMk cId="0" sldId="258"/>
            <ac:spMk id="1834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8:24.832" v="243" actId="1076"/>
          <ac:spMkLst>
            <pc:docMk/>
            <pc:sldMk cId="0" sldId="258"/>
            <ac:spMk id="1835" creationId="{00000000-0000-0000-0000-000000000000}"/>
          </ac:spMkLst>
        </pc:spChg>
        <pc:spChg chg="del mod">
          <ac:chgData name="Tudor-Ştefan NICOLAE (140802)" userId="1618e4c7-8b2a-4b35-b670-f2f778038767" providerId="ADAL" clId="{1A236348-680A-4B61-9140-4006BBC278EC}" dt="2025-11-13T09:17:06.560" v="164" actId="478"/>
          <ac:spMkLst>
            <pc:docMk/>
            <pc:sldMk cId="0" sldId="258"/>
            <ac:spMk id="1836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7:48.836" v="174" actId="1076"/>
          <ac:spMkLst>
            <pc:docMk/>
            <pc:sldMk cId="0" sldId="258"/>
            <ac:spMk id="1837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7:19.396" v="168" actId="1076"/>
          <ac:spMkLst>
            <pc:docMk/>
            <pc:sldMk cId="0" sldId="258"/>
            <ac:spMk id="1838" creationId="{00000000-0000-0000-0000-000000000000}"/>
          </ac:spMkLst>
        </pc:spChg>
        <pc:spChg chg="del">
          <ac:chgData name="Tudor-Ştefan NICOLAE (140802)" userId="1618e4c7-8b2a-4b35-b670-f2f778038767" providerId="ADAL" clId="{1A236348-680A-4B61-9140-4006BBC278EC}" dt="2025-11-13T09:16:59.253" v="161" actId="478"/>
          <ac:spMkLst>
            <pc:docMk/>
            <pc:sldMk cId="0" sldId="258"/>
            <ac:spMk id="1839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6:20.145" v="153" actId="20577"/>
          <ac:spMkLst>
            <pc:docMk/>
            <pc:sldMk cId="0" sldId="258"/>
            <ac:spMk id="1840" creationId="{00000000-0000-0000-0000-000000000000}"/>
          </ac:spMkLst>
        </pc:spChg>
      </pc:sldChg>
      <pc:sldChg chg="modSp del mod">
        <pc:chgData name="Tudor-Ştefan NICOLAE (140802)" userId="1618e4c7-8b2a-4b35-b670-f2f778038767" providerId="ADAL" clId="{1A236348-680A-4B61-9140-4006BBC278EC}" dt="2025-11-13T09:18:59.145" v="246" actId="2696"/>
        <pc:sldMkLst>
          <pc:docMk/>
          <pc:sldMk cId="0" sldId="259"/>
        </pc:sldMkLst>
        <pc:spChg chg="mod">
          <ac:chgData name="Tudor-Ştefan NICOLAE (140802)" userId="1618e4c7-8b2a-4b35-b670-f2f778038767" providerId="ADAL" clId="{1A236348-680A-4B61-9140-4006BBC278EC}" dt="2025-11-13T09:18:47.383" v="245" actId="20577"/>
          <ac:spMkLst>
            <pc:docMk/>
            <pc:sldMk cId="0" sldId="259"/>
            <ac:spMk id="1846" creationId="{00000000-0000-0000-0000-000000000000}"/>
          </ac:spMkLst>
        </pc:spChg>
      </pc:sldChg>
      <pc:sldChg chg="addSp delSp modSp mod">
        <pc:chgData name="Tudor-Ştefan NICOLAE (140802)" userId="1618e4c7-8b2a-4b35-b670-f2f778038767" providerId="ADAL" clId="{1A236348-680A-4B61-9140-4006BBC278EC}" dt="2025-11-13T09:19:24.611" v="265" actId="478"/>
        <pc:sldMkLst>
          <pc:docMk/>
          <pc:sldMk cId="0" sldId="260"/>
        </pc:sldMkLst>
        <pc:spChg chg="add del mod">
          <ac:chgData name="Tudor-Ştefan NICOLAE (140802)" userId="1618e4c7-8b2a-4b35-b670-f2f778038767" providerId="ADAL" clId="{1A236348-680A-4B61-9140-4006BBC278EC}" dt="2025-11-13T09:19:24.611" v="265" actId="478"/>
          <ac:spMkLst>
            <pc:docMk/>
            <pc:sldMk cId="0" sldId="260"/>
            <ac:spMk id="3" creationId="{17B21E10-7AA4-23E8-63D4-DDCEAD800408}"/>
          </ac:spMkLst>
        </pc:spChg>
        <pc:spChg chg="mod">
          <ac:chgData name="Tudor-Ştefan NICOLAE (140802)" userId="1618e4c7-8b2a-4b35-b670-f2f778038767" providerId="ADAL" clId="{1A236348-680A-4B61-9140-4006BBC278EC}" dt="2025-11-13T09:19:09.320" v="263" actId="14100"/>
          <ac:spMkLst>
            <pc:docMk/>
            <pc:sldMk cId="0" sldId="260"/>
            <ac:spMk id="1864" creationId="{00000000-0000-0000-0000-000000000000}"/>
          </ac:spMkLst>
        </pc:spChg>
        <pc:spChg chg="del">
          <ac:chgData name="Tudor-Ştefan NICOLAE (140802)" userId="1618e4c7-8b2a-4b35-b670-f2f778038767" providerId="ADAL" clId="{1A236348-680A-4B61-9140-4006BBC278EC}" dt="2025-11-13T09:19:22.841" v="264" actId="478"/>
          <ac:spMkLst>
            <pc:docMk/>
            <pc:sldMk cId="0" sldId="260"/>
            <ac:spMk id="1866" creationId="{00000000-0000-0000-0000-000000000000}"/>
          </ac:spMkLst>
        </pc:spChg>
      </pc:sldChg>
      <pc:sldChg chg="del">
        <pc:chgData name="Tudor-Ştefan NICOLAE (140802)" userId="1618e4c7-8b2a-4b35-b670-f2f778038767" providerId="ADAL" clId="{1A236348-680A-4B61-9140-4006BBC278EC}" dt="2025-11-13T09:19:31.070" v="266" actId="47"/>
        <pc:sldMkLst>
          <pc:docMk/>
          <pc:sldMk cId="0" sldId="261"/>
        </pc:sldMkLst>
      </pc:sldChg>
      <pc:sldChg chg="modSp mod">
        <pc:chgData name="Tudor-Ştefan NICOLAE (140802)" userId="1618e4c7-8b2a-4b35-b670-f2f778038767" providerId="ADAL" clId="{1A236348-680A-4B61-9140-4006BBC278EC}" dt="2025-11-13T09:20:20.965" v="307" actId="1076"/>
        <pc:sldMkLst>
          <pc:docMk/>
          <pc:sldMk cId="0" sldId="262"/>
        </pc:sldMkLst>
        <pc:spChg chg="mod">
          <ac:chgData name="Tudor-Ştefan NICOLAE (140802)" userId="1618e4c7-8b2a-4b35-b670-f2f778038767" providerId="ADAL" clId="{1A236348-680A-4B61-9140-4006BBC278EC}" dt="2025-11-13T09:20:20.965" v="307" actId="1076"/>
          <ac:spMkLst>
            <pc:docMk/>
            <pc:sldMk cId="0" sldId="262"/>
            <ac:spMk id="1887" creationId="{00000000-0000-0000-0000-000000000000}"/>
          </ac:spMkLst>
        </pc:spChg>
        <pc:spChg chg="mod">
          <ac:chgData name="Tudor-Ştefan NICOLAE (140802)" userId="1618e4c7-8b2a-4b35-b670-f2f778038767" providerId="ADAL" clId="{1A236348-680A-4B61-9140-4006BBC278EC}" dt="2025-11-13T09:19:46.118" v="299" actId="20577"/>
          <ac:spMkLst>
            <pc:docMk/>
            <pc:sldMk cId="0" sldId="262"/>
            <ac:spMk id="1888" creationId="{00000000-0000-0000-0000-000000000000}"/>
          </ac:spMkLst>
        </pc:spChg>
      </pc:sldChg>
      <pc:sldChg chg="del">
        <pc:chgData name="Tudor-Ştefan NICOLAE (140802)" userId="1618e4c7-8b2a-4b35-b670-f2f778038767" providerId="ADAL" clId="{1A236348-680A-4B61-9140-4006BBC278EC}" dt="2025-11-13T09:25:26.283" v="362" actId="47"/>
        <pc:sldMkLst>
          <pc:docMk/>
          <pc:sldMk cId="0" sldId="263"/>
        </pc:sldMkLst>
      </pc:sldChg>
      <pc:sldChg chg="del">
        <pc:chgData name="Tudor-Ştefan NICOLAE (140802)" userId="1618e4c7-8b2a-4b35-b670-f2f778038767" providerId="ADAL" clId="{1A236348-680A-4B61-9140-4006BBC278EC}" dt="2025-11-13T09:25:27.869" v="363" actId="47"/>
        <pc:sldMkLst>
          <pc:docMk/>
          <pc:sldMk cId="0" sldId="264"/>
        </pc:sldMkLst>
      </pc:sldChg>
      <pc:sldChg chg="del">
        <pc:chgData name="Tudor-Ştefan NICOLAE (140802)" userId="1618e4c7-8b2a-4b35-b670-f2f778038767" providerId="ADAL" clId="{1A236348-680A-4B61-9140-4006BBC278EC}" dt="2025-11-13T09:25:28.563" v="364" actId="47"/>
        <pc:sldMkLst>
          <pc:docMk/>
          <pc:sldMk cId="0" sldId="265"/>
        </pc:sldMkLst>
      </pc:sldChg>
      <pc:sldChg chg="del">
        <pc:chgData name="Tudor-Ştefan NICOLAE (140802)" userId="1618e4c7-8b2a-4b35-b670-f2f778038767" providerId="ADAL" clId="{1A236348-680A-4B61-9140-4006BBC278EC}" dt="2025-11-13T09:25:30.605" v="365" actId="47"/>
        <pc:sldMkLst>
          <pc:docMk/>
          <pc:sldMk cId="0" sldId="266"/>
        </pc:sldMkLst>
      </pc:sldChg>
      <pc:sldChg chg="addSp delSp modSp mod ord modClrScheme chgLayout">
        <pc:chgData name="Tudor-Ştefan NICOLAE (140802)" userId="1618e4c7-8b2a-4b35-b670-f2f778038767" providerId="ADAL" clId="{1A236348-680A-4B61-9140-4006BBC278EC}" dt="2025-11-13T09:30:07.839" v="445" actId="255"/>
        <pc:sldMkLst>
          <pc:docMk/>
          <pc:sldMk cId="0" sldId="267"/>
        </pc:sldMkLst>
        <pc:spChg chg="add del mod ord">
          <ac:chgData name="Tudor-Ştefan NICOLAE (140802)" userId="1618e4c7-8b2a-4b35-b670-f2f778038767" providerId="ADAL" clId="{1A236348-680A-4B61-9140-4006BBC278EC}" dt="2025-11-13T09:24:14.542" v="351" actId="700"/>
          <ac:spMkLst>
            <pc:docMk/>
            <pc:sldMk cId="0" sldId="267"/>
            <ac:spMk id="2" creationId="{6692DDB3-C6E8-AD54-EEAA-3B165F38F919}"/>
          </ac:spMkLst>
        </pc:spChg>
        <pc:spChg chg="add del mod ord">
          <ac:chgData name="Tudor-Ştefan NICOLAE (140802)" userId="1618e4c7-8b2a-4b35-b670-f2f778038767" providerId="ADAL" clId="{1A236348-680A-4B61-9140-4006BBC278EC}" dt="2025-11-13T09:24:14.542" v="351" actId="700"/>
          <ac:spMkLst>
            <pc:docMk/>
            <pc:sldMk cId="0" sldId="267"/>
            <ac:spMk id="3" creationId="{938725E3-CB34-277C-17DB-56EC7F183A6A}"/>
          </ac:spMkLst>
        </pc:spChg>
        <pc:spChg chg="add mod ord">
          <ac:chgData name="Tudor-Ştefan NICOLAE (140802)" userId="1618e4c7-8b2a-4b35-b670-f2f778038767" providerId="ADAL" clId="{1A236348-680A-4B61-9140-4006BBC278EC}" dt="2025-11-13T09:29:27.041" v="441" actId="14100"/>
          <ac:spMkLst>
            <pc:docMk/>
            <pc:sldMk cId="0" sldId="267"/>
            <ac:spMk id="4" creationId="{BA4EDE06-5696-4AD7-0E50-B76C1E597FE5}"/>
          </ac:spMkLst>
        </pc:spChg>
        <pc:spChg chg="add mod ord">
          <ac:chgData name="Tudor-Ştefan NICOLAE (140802)" userId="1618e4c7-8b2a-4b35-b670-f2f778038767" providerId="ADAL" clId="{1A236348-680A-4B61-9140-4006BBC278EC}" dt="2025-11-13T09:30:07.839" v="445" actId="255"/>
          <ac:spMkLst>
            <pc:docMk/>
            <pc:sldMk cId="0" sldId="267"/>
            <ac:spMk id="5" creationId="{3FB05F54-A18C-7148-23E7-BC4004962B89}"/>
          </ac:spMkLst>
        </pc:spChg>
        <pc:spChg chg="add del mod ord">
          <ac:chgData name="Tudor-Ştefan NICOLAE (140802)" userId="1618e4c7-8b2a-4b35-b670-f2f778038767" providerId="ADAL" clId="{1A236348-680A-4B61-9140-4006BBC278EC}" dt="2025-11-13T09:24:30.159" v="352" actId="700"/>
          <ac:spMkLst>
            <pc:docMk/>
            <pc:sldMk cId="0" sldId="267"/>
            <ac:spMk id="2070" creationId="{00000000-0000-0000-0000-000000000000}"/>
          </ac:spMkLst>
        </pc:spChg>
      </pc:sldChg>
      <pc:sldChg chg="del">
        <pc:chgData name="Tudor-Ştefan NICOLAE (140802)" userId="1618e4c7-8b2a-4b35-b670-f2f778038767" providerId="ADAL" clId="{1A236348-680A-4B61-9140-4006BBC278EC}" dt="2025-11-13T09:26:26.836" v="432" actId="47"/>
        <pc:sldMkLst>
          <pc:docMk/>
          <pc:sldMk cId="0" sldId="268"/>
        </pc:sldMkLst>
      </pc:sldChg>
      <pc:sldChg chg="del">
        <pc:chgData name="Tudor-Ştefan NICOLAE (140802)" userId="1618e4c7-8b2a-4b35-b670-f2f778038767" providerId="ADAL" clId="{1A236348-680A-4B61-9140-4006BBC278EC}" dt="2025-11-13T09:31:36.170" v="479" actId="47"/>
        <pc:sldMkLst>
          <pc:docMk/>
          <pc:sldMk cId="0" sldId="269"/>
        </pc:sldMkLst>
      </pc:sldChg>
      <pc:sldChg chg="del">
        <pc:chgData name="Tudor-Ştefan NICOLAE (140802)" userId="1618e4c7-8b2a-4b35-b670-f2f778038767" providerId="ADAL" clId="{1A236348-680A-4B61-9140-4006BBC278EC}" dt="2025-11-13T09:31:50.610" v="480" actId="47"/>
        <pc:sldMkLst>
          <pc:docMk/>
          <pc:sldMk cId="0" sldId="270"/>
        </pc:sldMkLst>
      </pc:sldChg>
      <pc:sldChg chg="del">
        <pc:chgData name="Tudor-Ştefan NICOLAE (140802)" userId="1618e4c7-8b2a-4b35-b670-f2f778038767" providerId="ADAL" clId="{1A236348-680A-4B61-9140-4006BBC278EC}" dt="2025-11-13T09:31:51.580" v="481" actId="47"/>
        <pc:sldMkLst>
          <pc:docMk/>
          <pc:sldMk cId="0" sldId="271"/>
        </pc:sldMkLst>
      </pc:sldChg>
      <pc:sldChg chg="del">
        <pc:chgData name="Tudor-Ştefan NICOLAE (140802)" userId="1618e4c7-8b2a-4b35-b670-f2f778038767" providerId="ADAL" clId="{1A236348-680A-4B61-9140-4006BBC278EC}" dt="2025-11-13T09:31:52.608" v="482" actId="47"/>
        <pc:sldMkLst>
          <pc:docMk/>
          <pc:sldMk cId="0" sldId="272"/>
        </pc:sldMkLst>
      </pc:sldChg>
      <pc:sldChg chg="addSp delSp modSp mod ord">
        <pc:chgData name="Tudor-Ştefan NICOLAE (140802)" userId="1618e4c7-8b2a-4b35-b670-f2f778038767" providerId="ADAL" clId="{1A236348-680A-4B61-9140-4006BBC278EC}" dt="2025-11-13T09:32:23.674" v="492" actId="478"/>
        <pc:sldMkLst>
          <pc:docMk/>
          <pc:sldMk cId="0" sldId="273"/>
        </pc:sldMkLst>
        <pc:spChg chg="add del mod">
          <ac:chgData name="Tudor-Ştefan NICOLAE (140802)" userId="1618e4c7-8b2a-4b35-b670-f2f778038767" providerId="ADAL" clId="{1A236348-680A-4B61-9140-4006BBC278EC}" dt="2025-11-13T09:32:23.674" v="492" actId="478"/>
          <ac:spMkLst>
            <pc:docMk/>
            <pc:sldMk cId="0" sldId="273"/>
            <ac:spMk id="3" creationId="{BF1C5369-C1F8-EF1E-B5DC-09077E51A8EF}"/>
          </ac:spMkLst>
        </pc:spChg>
        <pc:spChg chg="mod">
          <ac:chgData name="Tudor-Ştefan NICOLAE (140802)" userId="1618e4c7-8b2a-4b35-b670-f2f778038767" providerId="ADAL" clId="{1A236348-680A-4B61-9140-4006BBC278EC}" dt="2025-11-13T09:32:18.048" v="490" actId="14100"/>
          <ac:spMkLst>
            <pc:docMk/>
            <pc:sldMk cId="0" sldId="273"/>
            <ac:spMk id="2109" creationId="{00000000-0000-0000-0000-000000000000}"/>
          </ac:spMkLst>
        </pc:spChg>
        <pc:spChg chg="del">
          <ac:chgData name="Tudor-Ştefan NICOLAE (140802)" userId="1618e4c7-8b2a-4b35-b670-f2f778038767" providerId="ADAL" clId="{1A236348-680A-4B61-9140-4006BBC278EC}" dt="2025-11-13T09:32:21.005" v="491" actId="478"/>
          <ac:spMkLst>
            <pc:docMk/>
            <pc:sldMk cId="0" sldId="273"/>
            <ac:spMk id="2111" creationId="{00000000-0000-0000-0000-000000000000}"/>
          </ac:spMkLst>
        </pc:spChg>
      </pc:sldChg>
      <pc:sldChg chg="del">
        <pc:chgData name="Tudor-Ştefan NICOLAE (140802)" userId="1618e4c7-8b2a-4b35-b670-f2f778038767" providerId="ADAL" clId="{1A236348-680A-4B61-9140-4006BBC278EC}" dt="2025-11-13T09:34:27.097" v="519" actId="47"/>
        <pc:sldMkLst>
          <pc:docMk/>
          <pc:sldMk cId="0" sldId="274"/>
        </pc:sldMkLst>
      </pc:sldChg>
      <pc:sldChg chg="del">
        <pc:chgData name="Tudor-Ştefan NICOLAE (140802)" userId="1618e4c7-8b2a-4b35-b670-f2f778038767" providerId="ADAL" clId="{1A236348-680A-4B61-9140-4006BBC278EC}" dt="2025-11-13T09:34:30.604" v="521" actId="47"/>
        <pc:sldMkLst>
          <pc:docMk/>
          <pc:sldMk cId="0" sldId="275"/>
        </pc:sldMkLst>
      </pc:sldChg>
      <pc:sldChg chg="del">
        <pc:chgData name="Tudor-Ştefan NICOLAE (140802)" userId="1618e4c7-8b2a-4b35-b670-f2f778038767" providerId="ADAL" clId="{1A236348-680A-4B61-9140-4006BBC278EC}" dt="2025-11-13T09:34:29.338" v="520" actId="47"/>
        <pc:sldMkLst>
          <pc:docMk/>
          <pc:sldMk cId="0" sldId="276"/>
        </pc:sldMkLst>
      </pc:sldChg>
      <pc:sldChg chg="del">
        <pc:chgData name="Tudor-Ştefan NICOLAE (140802)" userId="1618e4c7-8b2a-4b35-b670-f2f778038767" providerId="ADAL" clId="{1A236348-680A-4B61-9140-4006BBC278EC}" dt="2025-11-13T09:34:32.087" v="522" actId="47"/>
        <pc:sldMkLst>
          <pc:docMk/>
          <pc:sldMk cId="0" sldId="277"/>
        </pc:sldMkLst>
      </pc:sldChg>
      <pc:sldChg chg="del">
        <pc:chgData name="Tudor-Ştefan NICOLAE (140802)" userId="1618e4c7-8b2a-4b35-b670-f2f778038767" providerId="ADAL" clId="{1A236348-680A-4B61-9140-4006BBC278EC}" dt="2025-11-13T09:31:31.555" v="478" actId="47"/>
        <pc:sldMkLst>
          <pc:docMk/>
          <pc:sldMk cId="0" sldId="278"/>
        </pc:sldMkLst>
      </pc:sldChg>
      <pc:sldChg chg="del">
        <pc:chgData name="Tudor-Ştefan NICOLAE (140802)" userId="1618e4c7-8b2a-4b35-b670-f2f778038767" providerId="ADAL" clId="{1A236348-680A-4B61-9140-4006BBC278EC}" dt="2025-11-13T09:31:30.416" v="477" actId="47"/>
        <pc:sldMkLst>
          <pc:docMk/>
          <pc:sldMk cId="0" sldId="279"/>
        </pc:sldMkLst>
      </pc:sldChg>
      <pc:sldChg chg="del">
        <pc:chgData name="Tudor-Ştefan NICOLAE (140802)" userId="1618e4c7-8b2a-4b35-b670-f2f778038767" providerId="ADAL" clId="{1A236348-680A-4B61-9140-4006BBC278EC}" dt="2025-11-13T09:31:28.743" v="476" actId="47"/>
        <pc:sldMkLst>
          <pc:docMk/>
          <pc:sldMk cId="0" sldId="280"/>
        </pc:sldMkLst>
      </pc:sldChg>
      <pc:sldChg chg="del">
        <pc:chgData name="Tudor-Ştefan NICOLAE (140802)" userId="1618e4c7-8b2a-4b35-b670-f2f778038767" providerId="ADAL" clId="{1A236348-680A-4B61-9140-4006BBC278EC}" dt="2025-11-13T09:31:27.207" v="475" actId="47"/>
        <pc:sldMkLst>
          <pc:docMk/>
          <pc:sldMk cId="0" sldId="281"/>
        </pc:sldMkLst>
      </pc:sldChg>
      <pc:sldChg chg="del">
        <pc:chgData name="Tudor-Ştefan NICOLAE (140802)" userId="1618e4c7-8b2a-4b35-b670-f2f778038767" providerId="ADAL" clId="{1A236348-680A-4B61-9140-4006BBC278EC}" dt="2025-11-13T09:31:25.606" v="474" actId="47"/>
        <pc:sldMkLst>
          <pc:docMk/>
          <pc:sldMk cId="0" sldId="282"/>
        </pc:sldMkLst>
      </pc:sldChg>
      <pc:sldChg chg="del">
        <pc:chgData name="Tudor-Ştefan NICOLAE (140802)" userId="1618e4c7-8b2a-4b35-b670-f2f778038767" providerId="ADAL" clId="{1A236348-680A-4B61-9140-4006BBC278EC}" dt="2025-11-13T09:31:11.228" v="468" actId="47"/>
        <pc:sldMkLst>
          <pc:docMk/>
          <pc:sldMk cId="0" sldId="283"/>
        </pc:sldMkLst>
      </pc:sldChg>
      <pc:sldChg chg="del">
        <pc:chgData name="Tudor-Ştefan NICOLAE (140802)" userId="1618e4c7-8b2a-4b35-b670-f2f778038767" providerId="ADAL" clId="{1A236348-680A-4B61-9140-4006BBC278EC}" dt="2025-11-13T09:31:12.106" v="469" actId="47"/>
        <pc:sldMkLst>
          <pc:docMk/>
          <pc:sldMk cId="0" sldId="284"/>
        </pc:sldMkLst>
      </pc:sldChg>
      <pc:sldChg chg="del">
        <pc:chgData name="Tudor-Ştefan NICOLAE (140802)" userId="1618e4c7-8b2a-4b35-b670-f2f778038767" providerId="ADAL" clId="{1A236348-680A-4B61-9140-4006BBC278EC}" dt="2025-11-13T09:31:12.815" v="470" actId="47"/>
        <pc:sldMkLst>
          <pc:docMk/>
          <pc:sldMk cId="0" sldId="285"/>
        </pc:sldMkLst>
      </pc:sldChg>
      <pc:sldChg chg="del">
        <pc:chgData name="Tudor-Ştefan NICOLAE (140802)" userId="1618e4c7-8b2a-4b35-b670-f2f778038767" providerId="ADAL" clId="{1A236348-680A-4B61-9140-4006BBC278EC}" dt="2025-11-13T09:31:17.226" v="471" actId="47"/>
        <pc:sldMkLst>
          <pc:docMk/>
          <pc:sldMk cId="0" sldId="286"/>
        </pc:sldMkLst>
      </pc:sldChg>
      <pc:sldChg chg="del">
        <pc:chgData name="Tudor-Ştefan NICOLAE (140802)" userId="1618e4c7-8b2a-4b35-b670-f2f778038767" providerId="ADAL" clId="{1A236348-680A-4B61-9140-4006BBC278EC}" dt="2025-11-13T09:31:18.992" v="472" actId="47"/>
        <pc:sldMkLst>
          <pc:docMk/>
          <pc:sldMk cId="0" sldId="287"/>
        </pc:sldMkLst>
      </pc:sldChg>
      <pc:sldChg chg="del">
        <pc:chgData name="Tudor-Ştefan NICOLAE (140802)" userId="1618e4c7-8b2a-4b35-b670-f2f778038767" providerId="ADAL" clId="{1A236348-680A-4B61-9140-4006BBC278EC}" dt="2025-11-13T09:31:21.266" v="473" actId="47"/>
        <pc:sldMkLst>
          <pc:docMk/>
          <pc:sldMk cId="0" sldId="288"/>
        </pc:sldMkLst>
      </pc:sldChg>
      <pc:sldChg chg="del">
        <pc:chgData name="Tudor-Ştefan NICOLAE (140802)" userId="1618e4c7-8b2a-4b35-b670-f2f778038767" providerId="ADAL" clId="{1A236348-680A-4B61-9140-4006BBC278EC}" dt="2025-11-13T09:35:35.672" v="533" actId="47"/>
        <pc:sldMkLst>
          <pc:docMk/>
          <pc:sldMk cId="0" sldId="289"/>
        </pc:sldMkLst>
      </pc:sldChg>
      <pc:sldChg chg="del">
        <pc:chgData name="Tudor-Ştefan NICOLAE (140802)" userId="1618e4c7-8b2a-4b35-b670-f2f778038767" providerId="ADAL" clId="{1A236348-680A-4B61-9140-4006BBC278EC}" dt="2025-11-13T09:35:37.850" v="534" actId="47"/>
        <pc:sldMkLst>
          <pc:docMk/>
          <pc:sldMk cId="0" sldId="290"/>
        </pc:sldMkLst>
      </pc:sldChg>
      <pc:sldChg chg="del">
        <pc:chgData name="Tudor-Ştefan NICOLAE (140802)" userId="1618e4c7-8b2a-4b35-b670-f2f778038767" providerId="ADAL" clId="{1A236348-680A-4B61-9140-4006BBC278EC}" dt="2025-11-13T09:30:56.004" v="467" actId="47"/>
        <pc:sldMkLst>
          <pc:docMk/>
          <pc:sldMk cId="0" sldId="291"/>
        </pc:sldMkLst>
      </pc:sldChg>
      <pc:sldChg chg="del">
        <pc:chgData name="Tudor-Ştefan NICOLAE (140802)" userId="1618e4c7-8b2a-4b35-b670-f2f778038767" providerId="ADAL" clId="{1A236348-680A-4B61-9140-4006BBC278EC}" dt="2025-11-13T09:30:54.778" v="466" actId="47"/>
        <pc:sldMkLst>
          <pc:docMk/>
          <pc:sldMk cId="0" sldId="292"/>
        </pc:sldMkLst>
      </pc:sldChg>
      <pc:sldChg chg="del">
        <pc:chgData name="Tudor-Ştefan NICOLAE (140802)" userId="1618e4c7-8b2a-4b35-b670-f2f778038767" providerId="ADAL" clId="{1A236348-680A-4B61-9140-4006BBC278EC}" dt="2025-11-13T09:30:54.223" v="465" actId="47"/>
        <pc:sldMkLst>
          <pc:docMk/>
          <pc:sldMk cId="0" sldId="293"/>
        </pc:sldMkLst>
      </pc:sldChg>
      <pc:sldChg chg="del">
        <pc:chgData name="Tudor-Ştefan NICOLAE (140802)" userId="1618e4c7-8b2a-4b35-b670-f2f778038767" providerId="ADAL" clId="{1A236348-680A-4B61-9140-4006BBC278EC}" dt="2025-11-13T09:30:49.437" v="464" actId="47"/>
        <pc:sldMkLst>
          <pc:docMk/>
          <pc:sldMk cId="0" sldId="294"/>
        </pc:sldMkLst>
      </pc:sldChg>
      <pc:sldChg chg="del">
        <pc:chgData name="Tudor-Ştefan NICOLAE (140802)" userId="1618e4c7-8b2a-4b35-b670-f2f778038767" providerId="ADAL" clId="{1A236348-680A-4B61-9140-4006BBC278EC}" dt="2025-11-13T09:30:48.739" v="463" actId="47"/>
        <pc:sldMkLst>
          <pc:docMk/>
          <pc:sldMk cId="0" sldId="295"/>
        </pc:sldMkLst>
      </pc:sldChg>
      <pc:sldChg chg="del">
        <pc:chgData name="Tudor-Ştefan NICOLAE (140802)" userId="1618e4c7-8b2a-4b35-b670-f2f778038767" providerId="ADAL" clId="{1A236348-680A-4B61-9140-4006BBC278EC}" dt="2025-11-13T09:30:48.184" v="462" actId="47"/>
        <pc:sldMkLst>
          <pc:docMk/>
          <pc:sldMk cId="0" sldId="296"/>
        </pc:sldMkLst>
      </pc:sldChg>
      <pc:sldChg chg="del">
        <pc:chgData name="Tudor-Ştefan NICOLAE (140802)" userId="1618e4c7-8b2a-4b35-b670-f2f778038767" providerId="ADAL" clId="{1A236348-680A-4B61-9140-4006BBC278EC}" dt="2025-11-13T09:30:47.617" v="461" actId="47"/>
        <pc:sldMkLst>
          <pc:docMk/>
          <pc:sldMk cId="0" sldId="297"/>
        </pc:sldMkLst>
      </pc:sldChg>
      <pc:sldChg chg="del">
        <pc:chgData name="Tudor-Ştefan NICOLAE (140802)" userId="1618e4c7-8b2a-4b35-b670-f2f778038767" providerId="ADAL" clId="{1A236348-680A-4B61-9140-4006BBC278EC}" dt="2025-11-13T09:30:46.937" v="460" actId="47"/>
        <pc:sldMkLst>
          <pc:docMk/>
          <pc:sldMk cId="0" sldId="298"/>
        </pc:sldMkLst>
      </pc:sldChg>
      <pc:sldChg chg="del">
        <pc:chgData name="Tudor-Ştefan NICOLAE (140802)" userId="1618e4c7-8b2a-4b35-b670-f2f778038767" providerId="ADAL" clId="{1A236348-680A-4B61-9140-4006BBC278EC}" dt="2025-11-13T09:30:46.882" v="459" actId="47"/>
        <pc:sldMkLst>
          <pc:docMk/>
          <pc:sldMk cId="0" sldId="299"/>
        </pc:sldMkLst>
      </pc:sldChg>
      <pc:sldChg chg="del">
        <pc:chgData name="Tudor-Ştefan NICOLAE (140802)" userId="1618e4c7-8b2a-4b35-b670-f2f778038767" providerId="ADAL" clId="{1A236348-680A-4B61-9140-4006BBC278EC}" dt="2025-11-13T09:30:46.088" v="458" actId="47"/>
        <pc:sldMkLst>
          <pc:docMk/>
          <pc:sldMk cId="0" sldId="300"/>
        </pc:sldMkLst>
      </pc:sldChg>
      <pc:sldChg chg="del">
        <pc:chgData name="Tudor-Ştefan NICOLAE (140802)" userId="1618e4c7-8b2a-4b35-b670-f2f778038767" providerId="ADAL" clId="{1A236348-680A-4B61-9140-4006BBC278EC}" dt="2025-11-13T09:30:45.194" v="457" actId="47"/>
        <pc:sldMkLst>
          <pc:docMk/>
          <pc:sldMk cId="0" sldId="301"/>
        </pc:sldMkLst>
      </pc:sldChg>
      <pc:sldChg chg="del">
        <pc:chgData name="Tudor-Ştefan NICOLAE (140802)" userId="1618e4c7-8b2a-4b35-b670-f2f778038767" providerId="ADAL" clId="{1A236348-680A-4B61-9140-4006BBC278EC}" dt="2025-11-13T09:30:44.783" v="456" actId="47"/>
        <pc:sldMkLst>
          <pc:docMk/>
          <pc:sldMk cId="0" sldId="302"/>
        </pc:sldMkLst>
      </pc:sldChg>
      <pc:sldChg chg="del">
        <pc:chgData name="Tudor-Ştefan NICOLAE (140802)" userId="1618e4c7-8b2a-4b35-b670-f2f778038767" providerId="ADAL" clId="{1A236348-680A-4B61-9140-4006BBC278EC}" dt="2025-11-13T09:30:44.131" v="455" actId="47"/>
        <pc:sldMkLst>
          <pc:docMk/>
          <pc:sldMk cId="0" sldId="303"/>
        </pc:sldMkLst>
      </pc:sldChg>
      <pc:sldChg chg="del">
        <pc:chgData name="Tudor-Ştefan NICOLAE (140802)" userId="1618e4c7-8b2a-4b35-b670-f2f778038767" providerId="ADAL" clId="{1A236348-680A-4B61-9140-4006BBC278EC}" dt="2025-11-13T09:30:43.620" v="454" actId="47"/>
        <pc:sldMkLst>
          <pc:docMk/>
          <pc:sldMk cId="0" sldId="304"/>
        </pc:sldMkLst>
      </pc:sldChg>
      <pc:sldChg chg="del">
        <pc:chgData name="Tudor-Ştefan NICOLAE (140802)" userId="1618e4c7-8b2a-4b35-b670-f2f778038767" providerId="ADAL" clId="{1A236348-680A-4B61-9140-4006BBC278EC}" dt="2025-11-13T09:30:43.095" v="453" actId="47"/>
        <pc:sldMkLst>
          <pc:docMk/>
          <pc:sldMk cId="0" sldId="305"/>
        </pc:sldMkLst>
      </pc:sldChg>
      <pc:sldChg chg="del">
        <pc:chgData name="Tudor-Ştefan NICOLAE (140802)" userId="1618e4c7-8b2a-4b35-b670-f2f778038767" providerId="ADAL" clId="{1A236348-680A-4B61-9140-4006BBC278EC}" dt="2025-11-13T09:30:42.635" v="452" actId="47"/>
        <pc:sldMkLst>
          <pc:docMk/>
          <pc:sldMk cId="0" sldId="306"/>
        </pc:sldMkLst>
      </pc:sldChg>
      <pc:sldChg chg="del">
        <pc:chgData name="Tudor-Ştefan NICOLAE (140802)" userId="1618e4c7-8b2a-4b35-b670-f2f778038767" providerId="ADAL" clId="{1A236348-680A-4B61-9140-4006BBC278EC}" dt="2025-11-13T09:30:42.204" v="451" actId="47"/>
        <pc:sldMkLst>
          <pc:docMk/>
          <pc:sldMk cId="0" sldId="307"/>
        </pc:sldMkLst>
      </pc:sldChg>
      <pc:sldChg chg="del">
        <pc:chgData name="Tudor-Ştefan NICOLAE (140802)" userId="1618e4c7-8b2a-4b35-b670-f2f778038767" providerId="ADAL" clId="{1A236348-680A-4B61-9140-4006BBC278EC}" dt="2025-11-13T09:30:41.716" v="450" actId="47"/>
        <pc:sldMkLst>
          <pc:docMk/>
          <pc:sldMk cId="0" sldId="308"/>
        </pc:sldMkLst>
      </pc:sldChg>
      <pc:sldChg chg="del">
        <pc:chgData name="Tudor-Ştefan NICOLAE (140802)" userId="1618e4c7-8b2a-4b35-b670-f2f778038767" providerId="ADAL" clId="{1A236348-680A-4B61-9140-4006BBC278EC}" dt="2025-11-13T09:30:41.287" v="449" actId="47"/>
        <pc:sldMkLst>
          <pc:docMk/>
          <pc:sldMk cId="0" sldId="309"/>
        </pc:sldMkLst>
      </pc:sldChg>
      <pc:sldChg chg="del">
        <pc:chgData name="Tudor-Ştefan NICOLAE (140802)" userId="1618e4c7-8b2a-4b35-b670-f2f778038767" providerId="ADAL" clId="{1A236348-680A-4B61-9140-4006BBC278EC}" dt="2025-11-13T09:30:40.866" v="448" actId="47"/>
        <pc:sldMkLst>
          <pc:docMk/>
          <pc:sldMk cId="0" sldId="310"/>
        </pc:sldMkLst>
      </pc:sldChg>
      <pc:sldChg chg="del">
        <pc:chgData name="Tudor-Ştefan NICOLAE (140802)" userId="1618e4c7-8b2a-4b35-b670-f2f778038767" providerId="ADAL" clId="{1A236348-680A-4B61-9140-4006BBC278EC}" dt="2025-11-13T09:26:30.719" v="433" actId="47"/>
        <pc:sldMkLst>
          <pc:docMk/>
          <pc:sldMk cId="0" sldId="311"/>
        </pc:sldMkLst>
      </pc:sldChg>
      <pc:sldChg chg="add del">
        <pc:chgData name="Tudor-Ştefan NICOLAE (140802)" userId="1618e4c7-8b2a-4b35-b670-f2f778038767" providerId="ADAL" clId="{1A236348-680A-4B61-9140-4006BBC278EC}" dt="2025-11-13T09:16:20.056" v="151"/>
        <pc:sldMkLst>
          <pc:docMk/>
          <pc:sldMk cId="1644323075" sldId="312"/>
        </pc:sldMkLst>
      </pc:sldChg>
      <pc:sldChg chg="modSp add mod">
        <pc:chgData name="Tudor-Ştefan NICOLAE (140802)" userId="1618e4c7-8b2a-4b35-b670-f2f778038767" providerId="ADAL" clId="{1A236348-680A-4B61-9140-4006BBC278EC}" dt="2025-11-13T09:21:22.215" v="315" actId="14100"/>
        <pc:sldMkLst>
          <pc:docMk/>
          <pc:sldMk cId="1720734280" sldId="313"/>
        </pc:sldMkLst>
        <pc:spChg chg="mod">
          <ac:chgData name="Tudor-Ştefan NICOLAE (140802)" userId="1618e4c7-8b2a-4b35-b670-f2f778038767" providerId="ADAL" clId="{1A236348-680A-4B61-9140-4006BBC278EC}" dt="2025-11-13T09:21:22.215" v="315" actId="14100"/>
          <ac:spMkLst>
            <pc:docMk/>
            <pc:sldMk cId="1720734280" sldId="313"/>
            <ac:spMk id="1887" creationId="{5ADEF962-6ACE-7611-EC16-38C5580C52A7}"/>
          </ac:spMkLst>
        </pc:spChg>
        <pc:grpChg chg="mod">
          <ac:chgData name="Tudor-Ştefan NICOLAE (140802)" userId="1618e4c7-8b2a-4b35-b670-f2f778038767" providerId="ADAL" clId="{1A236348-680A-4B61-9140-4006BBC278EC}" dt="2025-11-13T09:21:03.809" v="311" actId="1076"/>
          <ac:grpSpMkLst>
            <pc:docMk/>
            <pc:sldMk cId="1720734280" sldId="313"/>
            <ac:grpSpMk id="1890" creationId="{DABCF609-19B4-B197-9151-7680150FC8CF}"/>
          </ac:grpSpMkLst>
        </pc:grpChg>
      </pc:sldChg>
      <pc:sldChg chg="modSp add mod">
        <pc:chgData name="Tudor-Ştefan NICOLAE (140802)" userId="1618e4c7-8b2a-4b35-b670-f2f778038767" providerId="ADAL" clId="{1A236348-680A-4B61-9140-4006BBC278EC}" dt="2025-11-13T09:21:49.212" v="318" actId="2710"/>
        <pc:sldMkLst>
          <pc:docMk/>
          <pc:sldMk cId="188626059" sldId="314"/>
        </pc:sldMkLst>
        <pc:spChg chg="mod">
          <ac:chgData name="Tudor-Ştefan NICOLAE (140802)" userId="1618e4c7-8b2a-4b35-b670-f2f778038767" providerId="ADAL" clId="{1A236348-680A-4B61-9140-4006BBC278EC}" dt="2025-11-13T09:21:49.212" v="318" actId="2710"/>
          <ac:spMkLst>
            <pc:docMk/>
            <pc:sldMk cId="188626059" sldId="314"/>
            <ac:spMk id="1887" creationId="{12AC6CB2-A1F5-1DA1-9BAB-32CD031BE4B1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22:46.446" v="348" actId="20577"/>
        <pc:sldMkLst>
          <pc:docMk/>
          <pc:sldMk cId="1808099463" sldId="315"/>
        </pc:sldMkLst>
        <pc:spChg chg="mod">
          <ac:chgData name="Tudor-Ştefan NICOLAE (140802)" userId="1618e4c7-8b2a-4b35-b670-f2f778038767" providerId="ADAL" clId="{1A236348-680A-4B61-9140-4006BBC278EC}" dt="2025-11-13T09:22:46.446" v="348" actId="20577"/>
          <ac:spMkLst>
            <pc:docMk/>
            <pc:sldMk cId="1808099463" sldId="315"/>
            <ac:spMk id="1887" creationId="{1B16DBD2-3428-4166-E609-A9A7ED890F51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25:06.792" v="361" actId="2710"/>
        <pc:sldMkLst>
          <pc:docMk/>
          <pc:sldMk cId="3452656909" sldId="316"/>
        </pc:sldMkLst>
        <pc:spChg chg="mod">
          <ac:chgData name="Tudor-Ştefan NICOLAE (140802)" userId="1618e4c7-8b2a-4b35-b670-f2f778038767" providerId="ADAL" clId="{1A236348-680A-4B61-9140-4006BBC278EC}" dt="2025-11-13T09:25:06.792" v="361" actId="2710"/>
          <ac:spMkLst>
            <pc:docMk/>
            <pc:sldMk cId="3452656909" sldId="316"/>
            <ac:spMk id="1887" creationId="{28DC42EB-872F-9E28-6907-AFD15A623A7B}"/>
          </ac:spMkLst>
        </pc:spChg>
      </pc:sldChg>
      <pc:sldChg chg="modSp add del mod ord">
        <pc:chgData name="Tudor-Ştefan NICOLAE (140802)" userId="1618e4c7-8b2a-4b35-b670-f2f778038767" providerId="ADAL" clId="{1A236348-680A-4B61-9140-4006BBC278EC}" dt="2025-11-13T09:32:30.798" v="493" actId="47"/>
        <pc:sldMkLst>
          <pc:docMk/>
          <pc:sldMk cId="3086868401" sldId="317"/>
        </pc:sldMkLst>
        <pc:spChg chg="mod">
          <ac:chgData name="Tudor-Ştefan NICOLAE (140802)" userId="1618e4c7-8b2a-4b35-b670-f2f778038767" providerId="ADAL" clId="{1A236348-680A-4B61-9140-4006BBC278EC}" dt="2025-11-13T09:26:12.644" v="430" actId="14100"/>
          <ac:spMkLst>
            <pc:docMk/>
            <pc:sldMk cId="3086868401" sldId="317"/>
            <ac:spMk id="1864" creationId="{0C0AAF15-85EA-8E19-3050-732E8297689D}"/>
          </ac:spMkLst>
        </pc:spChg>
        <pc:spChg chg="mod">
          <ac:chgData name="Tudor-Ştefan NICOLAE (140802)" userId="1618e4c7-8b2a-4b35-b670-f2f778038767" providerId="ADAL" clId="{1A236348-680A-4B61-9140-4006BBC278EC}" dt="2025-11-13T09:25:40.097" v="370" actId="20577"/>
          <ac:spMkLst>
            <pc:docMk/>
            <pc:sldMk cId="3086868401" sldId="317"/>
            <ac:spMk id="1865" creationId="{C38FB7D1-1B90-589D-EB73-6A6E121438B5}"/>
          </ac:spMkLst>
        </pc:spChg>
      </pc:sldChg>
      <pc:sldChg chg="add del">
        <pc:chgData name="Tudor-Ştefan NICOLAE (140802)" userId="1618e4c7-8b2a-4b35-b670-f2f778038767" providerId="ADAL" clId="{1A236348-680A-4B61-9140-4006BBC278EC}" dt="2025-11-13T09:30:35.373" v="447" actId="47"/>
        <pc:sldMkLst>
          <pc:docMk/>
          <pc:sldMk cId="826332562" sldId="318"/>
        </pc:sldMkLst>
      </pc:sldChg>
      <pc:sldChg chg="modSp add mod">
        <pc:chgData name="Tudor-Ştefan NICOLAE (140802)" userId="1618e4c7-8b2a-4b35-b670-f2f778038767" providerId="ADAL" clId="{1A236348-680A-4B61-9140-4006BBC278EC}" dt="2025-11-13T09:33:18.058" v="502" actId="14100"/>
        <pc:sldMkLst>
          <pc:docMk/>
          <pc:sldMk cId="612406154" sldId="319"/>
        </pc:sldMkLst>
        <pc:spChg chg="mod">
          <ac:chgData name="Tudor-Ştefan NICOLAE (140802)" userId="1618e4c7-8b2a-4b35-b670-f2f778038767" providerId="ADAL" clId="{1A236348-680A-4B61-9140-4006BBC278EC}" dt="2025-11-13T09:33:18.058" v="502" actId="14100"/>
          <ac:spMkLst>
            <pc:docMk/>
            <pc:sldMk cId="612406154" sldId="319"/>
            <ac:spMk id="5" creationId="{F05BBC48-37D8-A220-B6F1-60C24A765484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33:40.495" v="507" actId="14100"/>
        <pc:sldMkLst>
          <pc:docMk/>
          <pc:sldMk cId="695940841" sldId="320"/>
        </pc:sldMkLst>
        <pc:spChg chg="mod">
          <ac:chgData name="Tudor-Ştefan NICOLAE (140802)" userId="1618e4c7-8b2a-4b35-b670-f2f778038767" providerId="ADAL" clId="{1A236348-680A-4B61-9140-4006BBC278EC}" dt="2025-11-13T09:33:40.495" v="507" actId="14100"/>
          <ac:spMkLst>
            <pc:docMk/>
            <pc:sldMk cId="695940841" sldId="320"/>
            <ac:spMk id="5" creationId="{B59D4750-BACB-D18D-2793-9ACFE5EA4F4D}"/>
          </ac:spMkLst>
        </pc:spChg>
      </pc:sldChg>
      <pc:sldChg chg="modSp add">
        <pc:chgData name="Tudor-Ştefan NICOLAE (140802)" userId="1618e4c7-8b2a-4b35-b670-f2f778038767" providerId="ADAL" clId="{1A236348-680A-4B61-9140-4006BBC278EC}" dt="2025-11-13T09:33:51.243" v="509"/>
        <pc:sldMkLst>
          <pc:docMk/>
          <pc:sldMk cId="1440812158" sldId="321"/>
        </pc:sldMkLst>
        <pc:spChg chg="mod">
          <ac:chgData name="Tudor-Ştefan NICOLAE (140802)" userId="1618e4c7-8b2a-4b35-b670-f2f778038767" providerId="ADAL" clId="{1A236348-680A-4B61-9140-4006BBC278EC}" dt="2025-11-13T09:33:51.243" v="509"/>
          <ac:spMkLst>
            <pc:docMk/>
            <pc:sldMk cId="1440812158" sldId="321"/>
            <ac:spMk id="5" creationId="{DDAF6D1E-78ED-59B3-2398-8B997762BDB0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34:21.630" v="518" actId="2710"/>
        <pc:sldMkLst>
          <pc:docMk/>
          <pc:sldMk cId="1562091010" sldId="322"/>
        </pc:sldMkLst>
        <pc:spChg chg="mod">
          <ac:chgData name="Tudor-Ştefan NICOLAE (140802)" userId="1618e4c7-8b2a-4b35-b670-f2f778038767" providerId="ADAL" clId="{1A236348-680A-4B61-9140-4006BBC278EC}" dt="2025-11-13T09:34:21.630" v="518" actId="2710"/>
          <ac:spMkLst>
            <pc:docMk/>
            <pc:sldMk cId="1562091010" sldId="322"/>
            <ac:spMk id="5" creationId="{2CF2E8E6-D5E5-4A77-6D14-29BA5C8AD3D3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34:49.908" v="526" actId="2710"/>
        <pc:sldMkLst>
          <pc:docMk/>
          <pc:sldMk cId="2629004036" sldId="323"/>
        </pc:sldMkLst>
        <pc:spChg chg="mod">
          <ac:chgData name="Tudor-Ştefan NICOLAE (140802)" userId="1618e4c7-8b2a-4b35-b670-f2f778038767" providerId="ADAL" clId="{1A236348-680A-4B61-9140-4006BBC278EC}" dt="2025-11-13T09:34:49.908" v="526" actId="2710"/>
          <ac:spMkLst>
            <pc:docMk/>
            <pc:sldMk cId="2629004036" sldId="323"/>
            <ac:spMk id="5" creationId="{1CF48C65-6E2E-D621-95B0-F68D27D9A86C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35:03.735" v="529" actId="2710"/>
        <pc:sldMkLst>
          <pc:docMk/>
          <pc:sldMk cId="1947545480" sldId="324"/>
        </pc:sldMkLst>
        <pc:spChg chg="mod">
          <ac:chgData name="Tudor-Ştefan NICOLAE (140802)" userId="1618e4c7-8b2a-4b35-b670-f2f778038767" providerId="ADAL" clId="{1A236348-680A-4B61-9140-4006BBC278EC}" dt="2025-11-13T09:35:03.735" v="529" actId="2710"/>
          <ac:spMkLst>
            <pc:docMk/>
            <pc:sldMk cId="1947545480" sldId="324"/>
            <ac:spMk id="5" creationId="{41217285-5CD5-3F6D-9575-EF195B868ABC}"/>
          </ac:spMkLst>
        </pc:spChg>
      </pc:sldChg>
      <pc:sldChg chg="modSp add mod">
        <pc:chgData name="Tudor-Ştefan NICOLAE (140802)" userId="1618e4c7-8b2a-4b35-b670-f2f778038767" providerId="ADAL" clId="{1A236348-680A-4B61-9140-4006BBC278EC}" dt="2025-11-13T09:35:17.250" v="532" actId="2710"/>
        <pc:sldMkLst>
          <pc:docMk/>
          <pc:sldMk cId="3234809698" sldId="325"/>
        </pc:sldMkLst>
        <pc:spChg chg="mod">
          <ac:chgData name="Tudor-Ştefan NICOLAE (140802)" userId="1618e4c7-8b2a-4b35-b670-f2f778038767" providerId="ADAL" clId="{1A236348-680A-4B61-9140-4006BBC278EC}" dt="2025-11-13T09:35:17.250" v="532" actId="2710"/>
          <ac:spMkLst>
            <pc:docMk/>
            <pc:sldMk cId="3234809698" sldId="325"/>
            <ac:spMk id="5" creationId="{D7707B09-8AB1-7E53-23B5-46C01A9699A8}"/>
          </ac:spMkLst>
        </pc:spChg>
      </pc:sldChg>
      <pc:sldMasterChg chg="delSldLayout">
        <pc:chgData name="Tudor-Ştefan NICOLAE (140802)" userId="1618e4c7-8b2a-4b35-b670-f2f778038767" providerId="ADAL" clId="{1A236348-680A-4B61-9140-4006BBC278EC}" dt="2025-11-13T09:35:37.850" v="534" actId="47"/>
        <pc:sldMasterMkLst>
          <pc:docMk/>
          <pc:sldMasterMk cId="0" sldId="2147483683"/>
        </pc:sldMasterMkLst>
        <pc:sldLayoutChg chg="del">
          <pc:chgData name="Tudor-Ştefan NICOLAE (140802)" userId="1618e4c7-8b2a-4b35-b670-f2f778038767" providerId="ADAL" clId="{1A236348-680A-4B61-9140-4006BBC278EC}" dt="2025-11-13T09:25:26.283" v="362" actId="47"/>
          <pc:sldLayoutMkLst>
            <pc:docMk/>
            <pc:sldMasterMk cId="0" sldId="2147483683"/>
            <pc:sldLayoutMk cId="0" sldId="2147483651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28.743" v="476" actId="47"/>
          <pc:sldLayoutMkLst>
            <pc:docMk/>
            <pc:sldMasterMk cId="0" sldId="2147483683"/>
            <pc:sldLayoutMk cId="0" sldId="2147483652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19:31.070" v="266" actId="47"/>
          <pc:sldLayoutMkLst>
            <pc:docMk/>
            <pc:sldMasterMk cId="0" sldId="2147483683"/>
            <pc:sldLayoutMk cId="0" sldId="2147483655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36.170" v="479" actId="47"/>
          <pc:sldLayoutMkLst>
            <pc:docMk/>
            <pc:sldMasterMk cId="0" sldId="2147483683"/>
            <pc:sldLayoutMk cId="0" sldId="2147483656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51.580" v="481" actId="47"/>
          <pc:sldLayoutMkLst>
            <pc:docMk/>
            <pc:sldMasterMk cId="0" sldId="2147483683"/>
            <pc:sldLayoutMk cId="0" sldId="2147483657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26:26.836" v="432" actId="47"/>
          <pc:sldLayoutMkLst>
            <pc:docMk/>
            <pc:sldMasterMk cId="0" sldId="2147483683"/>
            <pc:sldLayoutMk cId="0" sldId="2147483661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5:35.672" v="533" actId="47"/>
          <pc:sldLayoutMkLst>
            <pc:docMk/>
            <pc:sldMasterMk cId="0" sldId="2147483683"/>
            <pc:sldLayoutMk cId="0" sldId="2147483662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0:54.778" v="466" actId="47"/>
          <pc:sldLayoutMkLst>
            <pc:docMk/>
            <pc:sldMasterMk cId="0" sldId="2147483683"/>
            <pc:sldLayoutMk cId="0" sldId="2147483663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18:59.145" v="246" actId="2696"/>
          <pc:sldLayoutMkLst>
            <pc:docMk/>
            <pc:sldMasterMk cId="0" sldId="2147483683"/>
            <pc:sldLayoutMk cId="0" sldId="2147483664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4:32.087" v="522" actId="47"/>
          <pc:sldLayoutMkLst>
            <pc:docMk/>
            <pc:sldMasterMk cId="0" sldId="2147483683"/>
            <pc:sldLayoutMk cId="0" sldId="2147483665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4:29.338" v="520" actId="47"/>
          <pc:sldLayoutMkLst>
            <pc:docMk/>
            <pc:sldMasterMk cId="0" sldId="2147483683"/>
            <pc:sldLayoutMk cId="0" sldId="2147483666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50.610" v="480" actId="47"/>
          <pc:sldLayoutMkLst>
            <pc:docMk/>
            <pc:sldMasterMk cId="0" sldId="2147483683"/>
            <pc:sldLayoutMk cId="0" sldId="2147483667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0:54.223" v="465" actId="47"/>
          <pc:sldLayoutMkLst>
            <pc:docMk/>
            <pc:sldMasterMk cId="0" sldId="2147483683"/>
            <pc:sldLayoutMk cId="0" sldId="2147483668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25:27.869" v="363" actId="47"/>
          <pc:sldLayoutMkLst>
            <pc:docMk/>
            <pc:sldMasterMk cId="0" sldId="2147483683"/>
            <pc:sldLayoutMk cId="0" sldId="2147483669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30.416" v="477" actId="47"/>
          <pc:sldLayoutMkLst>
            <pc:docMk/>
            <pc:sldMasterMk cId="0" sldId="2147483683"/>
            <pc:sldLayoutMk cId="0" sldId="2147483670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25:28.563" v="364" actId="47"/>
          <pc:sldLayoutMkLst>
            <pc:docMk/>
            <pc:sldMasterMk cId="0" sldId="2147483683"/>
            <pc:sldLayoutMk cId="0" sldId="2147483671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21.266" v="473" actId="47"/>
          <pc:sldLayoutMkLst>
            <pc:docMk/>
            <pc:sldMasterMk cId="0" sldId="2147483683"/>
            <pc:sldLayoutMk cId="0" sldId="2147483672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25:30.605" v="365" actId="47"/>
          <pc:sldLayoutMkLst>
            <pc:docMk/>
            <pc:sldMasterMk cId="0" sldId="2147483683"/>
            <pc:sldLayoutMk cId="0" sldId="2147483673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1:52.608" v="482" actId="47"/>
          <pc:sldLayoutMkLst>
            <pc:docMk/>
            <pc:sldMasterMk cId="0" sldId="2147483683"/>
            <pc:sldLayoutMk cId="0" sldId="2147483674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4:27.097" v="519" actId="47"/>
          <pc:sldLayoutMkLst>
            <pc:docMk/>
            <pc:sldMasterMk cId="0" sldId="2147483683"/>
            <pc:sldLayoutMk cId="0" sldId="2147483675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5:37.850" v="534" actId="47"/>
          <pc:sldLayoutMkLst>
            <pc:docMk/>
            <pc:sldMasterMk cId="0" sldId="2147483683"/>
            <pc:sldLayoutMk cId="0" sldId="2147483676"/>
          </pc:sldLayoutMkLst>
        </pc:sldLayoutChg>
      </pc:sldMasterChg>
      <pc:sldMasterChg chg="del delSldLayout">
        <pc:chgData name="Tudor-Ştefan NICOLAE (140802)" userId="1618e4c7-8b2a-4b35-b670-f2f778038767" providerId="ADAL" clId="{1A236348-680A-4B61-9140-4006BBC278EC}" dt="2025-11-13T09:30:49.437" v="464" actId="47"/>
        <pc:sldMasterMkLst>
          <pc:docMk/>
          <pc:sldMasterMk cId="0" sldId="2147483684"/>
        </pc:sldMasterMkLst>
        <pc:sldLayoutChg chg="del">
          <pc:chgData name="Tudor-Ştefan NICOLAE (140802)" userId="1618e4c7-8b2a-4b35-b670-f2f778038767" providerId="ADAL" clId="{1A236348-680A-4B61-9140-4006BBC278EC}" dt="2025-11-13T09:30:49.437" v="464" actId="47"/>
          <pc:sldLayoutMkLst>
            <pc:docMk/>
            <pc:sldMasterMk cId="0" sldId="2147483684"/>
            <pc:sldLayoutMk cId="0" sldId="2147483679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0:49.437" v="464" actId="47"/>
          <pc:sldLayoutMkLst>
            <pc:docMk/>
            <pc:sldMasterMk cId="0" sldId="2147483684"/>
            <pc:sldLayoutMk cId="0" sldId="2147483680"/>
          </pc:sldLayoutMkLst>
        </pc:sldLayoutChg>
      </pc:sldMasterChg>
      <pc:sldMasterChg chg="del delSldLayout">
        <pc:chgData name="Tudor-Ştefan NICOLAE (140802)" userId="1618e4c7-8b2a-4b35-b670-f2f778038767" providerId="ADAL" clId="{1A236348-680A-4B61-9140-4006BBC278EC}" dt="2025-11-13T09:30:46.937" v="460" actId="47"/>
        <pc:sldMasterMkLst>
          <pc:docMk/>
          <pc:sldMasterMk cId="0" sldId="2147483685"/>
        </pc:sldMasterMkLst>
        <pc:sldLayoutChg chg="del">
          <pc:chgData name="Tudor-Ştefan NICOLAE (140802)" userId="1618e4c7-8b2a-4b35-b670-f2f778038767" providerId="ADAL" clId="{1A236348-680A-4B61-9140-4006BBC278EC}" dt="2025-11-13T09:30:46.882" v="459" actId="47"/>
          <pc:sldLayoutMkLst>
            <pc:docMk/>
            <pc:sldMasterMk cId="0" sldId="2147483685"/>
            <pc:sldLayoutMk cId="0" sldId="2147483681"/>
          </pc:sldLayoutMkLst>
        </pc:sldLayoutChg>
        <pc:sldLayoutChg chg="del">
          <pc:chgData name="Tudor-Ştefan NICOLAE (140802)" userId="1618e4c7-8b2a-4b35-b670-f2f778038767" providerId="ADAL" clId="{1A236348-680A-4B61-9140-4006BBC278EC}" dt="2025-11-13T09:30:46.937" v="460" actId="47"/>
          <pc:sldLayoutMkLst>
            <pc:docMk/>
            <pc:sldMasterMk cId="0" sldId="2147483685"/>
            <pc:sldLayoutMk cId="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162a4d54b9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162a4d54b97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1224a59d8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1224a59d8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11c6b7313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11c6b7313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D6B76AD0-DED2-9D4F-8738-C0E75521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11c6b7313e0_0_0:notes">
            <a:extLst>
              <a:ext uri="{FF2B5EF4-FFF2-40B4-BE49-F238E27FC236}">
                <a16:creationId xmlns:a16="http://schemas.microsoft.com/office/drawing/2014/main" id="{6090ABFC-8C3C-587F-94E6-9FA025F02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11c6b7313e0_0_0:notes">
            <a:extLst>
              <a:ext uri="{FF2B5EF4-FFF2-40B4-BE49-F238E27FC236}">
                <a16:creationId xmlns:a16="http://schemas.microsoft.com/office/drawing/2014/main" id="{DDE351B2-9C97-6B25-46EB-C06F0EF0E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602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DC4750A5-1779-2133-0B53-B7874F98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11c6b7313e0_0_0:notes">
            <a:extLst>
              <a:ext uri="{FF2B5EF4-FFF2-40B4-BE49-F238E27FC236}">
                <a16:creationId xmlns:a16="http://schemas.microsoft.com/office/drawing/2014/main" id="{7300BF20-F336-1262-CA90-B8E76493E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11c6b7313e0_0_0:notes">
            <a:extLst>
              <a:ext uri="{FF2B5EF4-FFF2-40B4-BE49-F238E27FC236}">
                <a16:creationId xmlns:a16="http://schemas.microsoft.com/office/drawing/2014/main" id="{F7013BDF-DAC9-9CE0-F67E-3F368BB08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075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0412C6E8-4940-646D-7FF2-5227376B0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11c6b7313e0_0_0:notes">
            <a:extLst>
              <a:ext uri="{FF2B5EF4-FFF2-40B4-BE49-F238E27FC236}">
                <a16:creationId xmlns:a16="http://schemas.microsoft.com/office/drawing/2014/main" id="{07D26C77-9F4A-9FC1-302C-57FE37D16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11c6b7313e0_0_0:notes">
            <a:extLst>
              <a:ext uri="{FF2B5EF4-FFF2-40B4-BE49-F238E27FC236}">
                <a16:creationId xmlns:a16="http://schemas.microsoft.com/office/drawing/2014/main" id="{1F4B32A3-FDEB-29F1-10E9-C7A27D910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154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E668DAC8-86AB-FC3E-3777-71274436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11c6b7313e0_0_0:notes">
            <a:extLst>
              <a:ext uri="{FF2B5EF4-FFF2-40B4-BE49-F238E27FC236}">
                <a16:creationId xmlns:a16="http://schemas.microsoft.com/office/drawing/2014/main" id="{A984C47A-6464-D10E-4501-D4CE75D14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11c6b7313e0_0_0:notes">
            <a:extLst>
              <a:ext uri="{FF2B5EF4-FFF2-40B4-BE49-F238E27FC236}">
                <a16:creationId xmlns:a16="http://schemas.microsoft.com/office/drawing/2014/main" id="{DC3D9FBA-8740-59C8-4034-FF2C55272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666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163e9be3a8c_1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163e9be3a8c_1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B78E5B45-3317-6F1E-1A8F-902B4BD9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007F308C-9777-8193-F346-FB88828B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9626C8F5-7FB2-8AD7-F8C0-6081B8995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315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C4E736E1-F163-77B1-919B-C3045384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8C6B610E-B6D4-98EB-5E54-AE9ED7FF9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5FA745A8-E9B6-1258-4168-01990B5F6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728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69785580-83F4-E497-6C9C-F810C56F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EFA71252-0AAC-5127-D21E-C1E9822EC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9322D13B-58F6-9232-BB00-EDCF8BFB2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506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C9D19B0D-C951-AD0F-1A79-D18BBE0D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D3B6EF2B-3951-33F3-CD1F-2D90A5CC8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D0E0A3BD-87AC-22ED-4286-516DB3D93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90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D3E3B7DD-D101-3174-E837-3E4378F1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E04F0558-CA2B-75F5-F946-078B3A2DA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3DEE0845-6939-9037-6B8F-38057279F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883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42952F07-2532-7927-4621-607AB134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D421BEAF-0E86-A011-2D37-A3273E044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B9CB0C41-5B4D-5FEA-6141-CAE5FABE4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909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77FCEF7B-2FA9-75E8-7636-C137E985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163e9be3a8c_1_94:notes">
            <a:extLst>
              <a:ext uri="{FF2B5EF4-FFF2-40B4-BE49-F238E27FC236}">
                <a16:creationId xmlns:a16="http://schemas.microsoft.com/office/drawing/2014/main" id="{F024F9DF-684E-B89A-D7BD-2EC6BEEF7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163e9be3a8c_1_94:notes">
            <a:extLst>
              <a:ext uri="{FF2B5EF4-FFF2-40B4-BE49-F238E27FC236}">
                <a16:creationId xmlns:a16="http://schemas.microsoft.com/office/drawing/2014/main" id="{AC3141E8-962D-D735-77F8-E1FAE97D0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72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800" y="1286950"/>
            <a:ext cx="5804400" cy="19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95950" y="3349950"/>
            <a:ext cx="4952100" cy="3960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6801" y="-564653"/>
            <a:ext cx="9602131" cy="6369300"/>
            <a:chOff x="-76801" y="-564653"/>
            <a:chExt cx="9602131" cy="6369300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3113093" y="4530482"/>
              <a:ext cx="1110073" cy="1274165"/>
              <a:chOff x="6646350" y="4133672"/>
              <a:chExt cx="827363" cy="949664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 rot="5400000">
              <a:off x="7452490" y="3634920"/>
              <a:ext cx="1507004" cy="1320123"/>
              <a:chOff x="5284025" y="550294"/>
              <a:chExt cx="755807" cy="662081"/>
            </a:xfrm>
          </p:grpSpPr>
          <p:sp>
            <p:nvSpPr>
              <p:cNvPr id="19" name="Google Shape;19;p2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-76801" y="1976791"/>
              <a:ext cx="1669779" cy="3163729"/>
              <a:chOff x="-601" y="1976791"/>
              <a:chExt cx="1669779" cy="3163729"/>
            </a:xfrm>
          </p:grpSpPr>
          <p:grpSp>
            <p:nvGrpSpPr>
              <p:cNvPr id="23" name="Google Shape;23;p2"/>
              <p:cNvGrpSpPr/>
              <p:nvPr/>
            </p:nvGrpSpPr>
            <p:grpSpPr>
              <a:xfrm>
                <a:off x="12" y="3866355"/>
                <a:ext cx="1110073" cy="1274165"/>
                <a:chOff x="6646350" y="4133672"/>
                <a:chExt cx="827363" cy="949664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7051875" y="4371800"/>
                  <a:ext cx="420875" cy="47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E89AD"/>
                    </a:gs>
                    <a:gs pos="100000">
                      <a:srgbClr val="2EBF9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1000">
                      <a:schemeClr val="accent2"/>
                    </a:gs>
                    <a:gs pos="100000">
                      <a:schemeClr val="accent3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" name="Google Shape;29;p2"/>
              <p:cNvGrpSpPr/>
              <p:nvPr/>
            </p:nvGrpSpPr>
            <p:grpSpPr>
              <a:xfrm>
                <a:off x="559105" y="2926519"/>
                <a:ext cx="1110073" cy="1274165"/>
                <a:chOff x="6646350" y="4133672"/>
                <a:chExt cx="827363" cy="949664"/>
              </a:xfrm>
            </p:grpSpPr>
            <p:sp>
              <p:nvSpPr>
                <p:cNvPr id="30" name="Google Shape;30;p2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7051875" y="4371800"/>
                  <a:ext cx="420875" cy="47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E89AD"/>
                    </a:gs>
                    <a:gs pos="100000">
                      <a:srgbClr val="2EBF9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1000">
                      <a:schemeClr val="accent2"/>
                    </a:gs>
                    <a:gs pos="100000">
                      <a:schemeClr val="accent3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" name="Google Shape;35;p2"/>
              <p:cNvGrpSpPr/>
              <p:nvPr/>
            </p:nvGrpSpPr>
            <p:grpSpPr>
              <a:xfrm>
                <a:off x="-601" y="1976791"/>
                <a:ext cx="1110073" cy="1274165"/>
                <a:chOff x="6646350" y="4133672"/>
                <a:chExt cx="827363" cy="949664"/>
              </a:xfrm>
            </p:grpSpPr>
            <p:sp>
              <p:nvSpPr>
                <p:cNvPr id="36" name="Google Shape;36;p2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7051875" y="4371800"/>
                  <a:ext cx="420875" cy="47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1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68000">
                      <a:schemeClr val="accent5"/>
                    </a:gs>
                    <a:gs pos="100000">
                      <a:schemeClr val="accent5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900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" name="Google Shape;41;p2"/>
            <p:cNvGrpSpPr/>
            <p:nvPr/>
          </p:nvGrpSpPr>
          <p:grpSpPr>
            <a:xfrm>
              <a:off x="279243" y="376000"/>
              <a:ext cx="1110073" cy="1274165"/>
              <a:chOff x="6646350" y="4133672"/>
              <a:chExt cx="827363" cy="949664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2"/>
            <p:cNvGrpSpPr/>
            <p:nvPr/>
          </p:nvGrpSpPr>
          <p:grpSpPr>
            <a:xfrm>
              <a:off x="5459200" y="-564653"/>
              <a:ext cx="4066130" cy="2865861"/>
              <a:chOff x="5078200" y="-564653"/>
              <a:chExt cx="4066130" cy="2865861"/>
            </a:xfrm>
          </p:grpSpPr>
          <p:sp>
            <p:nvSpPr>
              <p:cNvPr id="48" name="Google Shape;48;p2"/>
              <p:cNvSpPr/>
              <p:nvPr/>
            </p:nvSpPr>
            <p:spPr>
              <a:xfrm rot="10800000" flipH="1">
                <a:off x="7918588" y="1450467"/>
                <a:ext cx="6265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4" extrusionOk="0">
                    <a:moveTo>
                      <a:pt x="0" y="194"/>
                    </a:moveTo>
                    <a:lnTo>
                      <a:pt x="198" y="78"/>
                    </a:lnTo>
                    <a:lnTo>
                      <a:pt x="198" y="58"/>
                    </a:lnTo>
                    <a:lnTo>
                      <a:pt x="97" y="0"/>
                    </a:lnTo>
                    <a:lnTo>
                      <a:pt x="0" y="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5400000" flipH="1">
                <a:off x="6266945" y="-355031"/>
                <a:ext cx="1141169" cy="1317738"/>
              </a:xfrm>
              <a:custGeom>
                <a:avLst/>
                <a:gdLst/>
                <a:ahLst/>
                <a:cxnLst/>
                <a:rect l="l" t="t" r="r" b="b"/>
                <a:pathLst>
                  <a:path w="24915" h="28770" extrusionOk="0">
                    <a:moveTo>
                      <a:pt x="0" y="0"/>
                    </a:moveTo>
                    <a:lnTo>
                      <a:pt x="0" y="28769"/>
                    </a:lnTo>
                    <a:lnTo>
                      <a:pt x="24914" y="1438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" name="Google Shape;50;p2"/>
              <p:cNvGrpSpPr/>
              <p:nvPr/>
            </p:nvGrpSpPr>
            <p:grpSpPr>
              <a:xfrm rot="-5400000">
                <a:off x="5009372" y="-495814"/>
                <a:ext cx="1110054" cy="972398"/>
                <a:chOff x="5408259" y="567279"/>
                <a:chExt cx="755807" cy="662081"/>
              </a:xfrm>
            </p:grpSpPr>
            <p:sp>
              <p:nvSpPr>
                <p:cNvPr id="51" name="Google Shape;51;p2"/>
                <p:cNvSpPr/>
                <p:nvPr/>
              </p:nvSpPr>
              <p:spPr>
                <a:xfrm rot="10800000" flipH="1">
                  <a:off x="5408259" y="567279"/>
                  <a:ext cx="755807" cy="662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0" h="16378" extrusionOk="0">
                      <a:moveTo>
                        <a:pt x="9341" y="1"/>
                      </a:moveTo>
                      <a:cubicBezTo>
                        <a:pt x="7952" y="1"/>
                        <a:pt x="6544" y="355"/>
                        <a:pt x="5254" y="1100"/>
                      </a:cubicBezTo>
                      <a:cubicBezTo>
                        <a:pt x="1345" y="3355"/>
                        <a:pt x="0" y="8372"/>
                        <a:pt x="2259" y="12282"/>
                      </a:cubicBezTo>
                      <a:cubicBezTo>
                        <a:pt x="3777" y="14910"/>
                        <a:pt x="6530" y="16378"/>
                        <a:pt x="9360" y="16378"/>
                      </a:cubicBezTo>
                      <a:cubicBezTo>
                        <a:pt x="10748" y="16378"/>
                        <a:pt x="12156" y="16024"/>
                        <a:pt x="13445" y="15281"/>
                      </a:cubicBezTo>
                      <a:cubicBezTo>
                        <a:pt x="17355" y="13022"/>
                        <a:pt x="18699" y="8004"/>
                        <a:pt x="16440" y="4095"/>
                      </a:cubicBezTo>
                      <a:cubicBezTo>
                        <a:pt x="14923" y="1470"/>
                        <a:pt x="12171" y="1"/>
                        <a:pt x="934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5455259" y="567423"/>
                  <a:ext cx="661800" cy="661800"/>
                </a:xfrm>
                <a:prstGeom prst="pie">
                  <a:avLst>
                    <a:gd name="adj1" fmla="val 0"/>
                    <a:gd name="adj2" fmla="val 16200000"/>
                  </a:avLst>
                </a:prstGeom>
                <a:gradFill>
                  <a:gsLst>
                    <a:gs pos="0">
                      <a:schemeClr val="accent5"/>
                    </a:gs>
                    <a:gs pos="100000">
                      <a:schemeClr val="accen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5455259" y="567410"/>
                  <a:ext cx="661800" cy="661800"/>
                </a:xfrm>
                <a:prstGeom prst="pie">
                  <a:avLst>
                    <a:gd name="adj1" fmla="val 0"/>
                    <a:gd name="adj2" fmla="val 8494917"/>
                  </a:avLst>
                </a:prstGeom>
                <a:gradFill>
                  <a:gsLst>
                    <a:gs pos="0">
                      <a:schemeClr val="accent5"/>
                    </a:gs>
                    <a:gs pos="100000">
                      <a:schemeClr val="accen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" name="Google Shape;54;p2"/>
              <p:cNvGrpSpPr/>
              <p:nvPr/>
            </p:nvGrpSpPr>
            <p:grpSpPr>
              <a:xfrm rot="10800000">
                <a:off x="7496402" y="874414"/>
                <a:ext cx="1647928" cy="1426794"/>
                <a:chOff x="0" y="3178200"/>
                <a:chExt cx="1408004" cy="1219065"/>
              </a:xfrm>
            </p:grpSpPr>
            <p:grpSp>
              <p:nvGrpSpPr>
                <p:cNvPr id="55" name="Google Shape;55;p2"/>
                <p:cNvGrpSpPr/>
                <p:nvPr/>
              </p:nvGrpSpPr>
              <p:grpSpPr>
                <a:xfrm>
                  <a:off x="0" y="3178200"/>
                  <a:ext cx="1408004" cy="1219065"/>
                  <a:chOff x="-1479143" y="3104800"/>
                  <a:chExt cx="1213065" cy="1050375"/>
                </a:xfrm>
              </p:grpSpPr>
              <p:sp>
                <p:nvSpPr>
                  <p:cNvPr id="56" name="Google Shape;56;p2"/>
                  <p:cNvSpPr/>
                  <p:nvPr/>
                </p:nvSpPr>
                <p:spPr>
                  <a:xfrm rot="-5400000" flipH="1">
                    <a:off x="-1299459" y="3792590"/>
                    <a:ext cx="130728" cy="110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2" h="4155" extrusionOk="0">
                        <a:moveTo>
                          <a:pt x="4922" y="0"/>
                        </a:moveTo>
                        <a:cubicBezTo>
                          <a:pt x="3190" y="1271"/>
                          <a:pt x="1547" y="2658"/>
                          <a:pt x="1" y="4154"/>
                        </a:cubicBezTo>
                        <a:cubicBezTo>
                          <a:pt x="1562" y="2678"/>
                          <a:pt x="3205" y="1291"/>
                          <a:pt x="4922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chemeClr val="lt1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-1464730" y="3117126"/>
                    <a:ext cx="1185900" cy="102570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 rot="-5400000" flipH="1">
                    <a:off x="-982305" y="3438920"/>
                    <a:ext cx="908113" cy="5243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91" h="19738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34190" y="197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chemeClr val="lt1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 rot="-5400000" flipH="1">
                    <a:off x="-1617226" y="3242882"/>
                    <a:ext cx="1050342" cy="774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46" h="29028" extrusionOk="0">
                        <a:moveTo>
                          <a:pt x="39545" y="0"/>
                        </a:moveTo>
                        <a:lnTo>
                          <a:pt x="1" y="22833"/>
                        </a:lnTo>
                        <a:lnTo>
                          <a:pt x="2876" y="24496"/>
                        </a:lnTo>
                        <a:cubicBezTo>
                          <a:pt x="9288" y="27855"/>
                          <a:pt x="14703" y="29027"/>
                          <a:pt x="19140" y="29027"/>
                        </a:cubicBezTo>
                        <a:cubicBezTo>
                          <a:pt x="21929" y="29027"/>
                          <a:pt x="24332" y="28564"/>
                          <a:pt x="26352" y="27890"/>
                        </a:cubicBezTo>
                        <a:cubicBezTo>
                          <a:pt x="26275" y="27704"/>
                          <a:pt x="24779" y="24027"/>
                          <a:pt x="25829" y="18657"/>
                        </a:cubicBezTo>
                        <a:lnTo>
                          <a:pt x="25756" y="18657"/>
                        </a:lnTo>
                        <a:cubicBezTo>
                          <a:pt x="25756" y="13550"/>
                          <a:pt x="30235" y="8203"/>
                          <a:pt x="34086" y="4549"/>
                        </a:cubicBezTo>
                        <a:cubicBezTo>
                          <a:pt x="35632" y="3053"/>
                          <a:pt x="37275" y="1666"/>
                          <a:pt x="39007" y="395"/>
                        </a:cubicBezTo>
                        <a:cubicBezTo>
                          <a:pt x="39351" y="140"/>
                          <a:pt x="39545" y="0"/>
                          <a:pt x="3954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9000">
                        <a:schemeClr val="accent2"/>
                      </a:gs>
                      <a:gs pos="100000">
                        <a:schemeClr val="accent5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 rot="-5400000" flipH="1">
                    <a:off x="-1159882" y="3469624"/>
                    <a:ext cx="366289" cy="1004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91" h="37472" extrusionOk="0">
                        <a:moveTo>
                          <a:pt x="13790" y="0"/>
                        </a:moveTo>
                        <a:cubicBezTo>
                          <a:pt x="13608" y="132"/>
                          <a:pt x="13430" y="264"/>
                          <a:pt x="13252" y="395"/>
                        </a:cubicBezTo>
                        <a:cubicBezTo>
                          <a:pt x="11535" y="1686"/>
                          <a:pt x="9892" y="3073"/>
                          <a:pt x="8331" y="4549"/>
                        </a:cubicBezTo>
                        <a:cubicBezTo>
                          <a:pt x="4480" y="8203"/>
                          <a:pt x="1" y="13550"/>
                          <a:pt x="1" y="18657"/>
                        </a:cubicBezTo>
                        <a:lnTo>
                          <a:pt x="74" y="18657"/>
                        </a:lnTo>
                        <a:cubicBezTo>
                          <a:pt x="109" y="18655"/>
                          <a:pt x="157" y="18655"/>
                          <a:pt x="216" y="18655"/>
                        </a:cubicBezTo>
                        <a:cubicBezTo>
                          <a:pt x="1184" y="18655"/>
                          <a:pt x="5224" y="18907"/>
                          <a:pt x="8672" y="22768"/>
                        </a:cubicBezTo>
                        <a:cubicBezTo>
                          <a:pt x="12221" y="25720"/>
                          <a:pt x="13430" y="32167"/>
                          <a:pt x="13790" y="37472"/>
                        </a:cubicBezTo>
                        <a:lnTo>
                          <a:pt x="1379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9000">
                        <a:schemeClr val="accent2"/>
                      </a:gs>
                      <a:gs pos="100000">
                        <a:schemeClr val="accent5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-5400000" flipH="1">
                    <a:off x="-1057243" y="3363983"/>
                    <a:ext cx="973982" cy="6083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71" h="22900" extrusionOk="0">
                        <a:moveTo>
                          <a:pt x="31548" y="1"/>
                        </a:moveTo>
                        <a:cubicBezTo>
                          <a:pt x="31548" y="1"/>
                          <a:pt x="28886" y="3321"/>
                          <a:pt x="23477" y="5127"/>
                        </a:cubicBezTo>
                        <a:cubicBezTo>
                          <a:pt x="21457" y="5801"/>
                          <a:pt x="19054" y="6264"/>
                          <a:pt x="16265" y="6264"/>
                        </a:cubicBezTo>
                        <a:cubicBezTo>
                          <a:pt x="11828" y="6264"/>
                          <a:pt x="6413" y="5092"/>
                          <a:pt x="1" y="1733"/>
                        </a:cubicBezTo>
                        <a:lnTo>
                          <a:pt x="1" y="1733"/>
                        </a:lnTo>
                        <a:lnTo>
                          <a:pt x="2481" y="3162"/>
                        </a:lnTo>
                        <a:lnTo>
                          <a:pt x="36670" y="22900"/>
                        </a:lnTo>
                        <a:lnTo>
                          <a:pt x="36670" y="14709"/>
                        </a:lnTo>
                        <a:cubicBezTo>
                          <a:pt x="36310" y="9404"/>
                          <a:pt x="35101" y="2957"/>
                          <a:pt x="31552" y="5"/>
                        </a:cubicBezTo>
                        <a:lnTo>
                          <a:pt x="31548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62000">
                        <a:schemeClr val="accent1"/>
                      </a:gs>
                      <a:gs pos="100000">
                        <a:schemeClr val="accent5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2" name="Google Shape;62;p2"/>
                <p:cNvSpPr/>
                <p:nvPr/>
              </p:nvSpPr>
              <p:spPr>
                <a:xfrm rot="-5400000" flipH="1">
                  <a:off x="568148" y="3946427"/>
                  <a:ext cx="300198" cy="28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8" h="9236" extrusionOk="0">
                      <a:moveTo>
                        <a:pt x="1192" y="1"/>
                      </a:moveTo>
                      <a:cubicBezTo>
                        <a:pt x="1133" y="1"/>
                        <a:pt x="1085" y="1"/>
                        <a:pt x="1050" y="3"/>
                      </a:cubicBezTo>
                      <a:cubicBezTo>
                        <a:pt x="0" y="5373"/>
                        <a:pt x="1496" y="9050"/>
                        <a:pt x="1573" y="9236"/>
                      </a:cubicBezTo>
                      <a:cubicBezTo>
                        <a:pt x="6978" y="7430"/>
                        <a:pt x="9644" y="4110"/>
                        <a:pt x="9644" y="4110"/>
                      </a:cubicBezTo>
                      <a:lnTo>
                        <a:pt x="9648" y="4114"/>
                      </a:lnTo>
                      <a:cubicBezTo>
                        <a:pt x="6200" y="253"/>
                        <a:pt x="2160" y="1"/>
                        <a:pt x="119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" name="Google Shape;63;p2"/>
              <p:cNvGrpSpPr/>
              <p:nvPr/>
            </p:nvGrpSpPr>
            <p:grpSpPr>
              <a:xfrm rot="5400000">
                <a:off x="7650942" y="-481639"/>
                <a:ext cx="1338837" cy="1172810"/>
                <a:chOff x="5284025" y="550294"/>
                <a:chExt cx="755807" cy="662081"/>
              </a:xfrm>
            </p:grpSpPr>
            <p:sp>
              <p:nvSpPr>
                <p:cNvPr id="64" name="Google Shape;64;p2"/>
                <p:cNvSpPr/>
                <p:nvPr/>
              </p:nvSpPr>
              <p:spPr>
                <a:xfrm rot="10800000" flipH="1">
                  <a:off x="5284025" y="550294"/>
                  <a:ext cx="755807" cy="662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0" h="16378" extrusionOk="0">
                      <a:moveTo>
                        <a:pt x="9341" y="1"/>
                      </a:moveTo>
                      <a:cubicBezTo>
                        <a:pt x="7952" y="1"/>
                        <a:pt x="6544" y="355"/>
                        <a:pt x="5254" y="1100"/>
                      </a:cubicBezTo>
                      <a:cubicBezTo>
                        <a:pt x="1345" y="3355"/>
                        <a:pt x="0" y="8372"/>
                        <a:pt x="2259" y="12282"/>
                      </a:cubicBezTo>
                      <a:cubicBezTo>
                        <a:pt x="3777" y="14910"/>
                        <a:pt x="6530" y="16378"/>
                        <a:pt x="9360" y="16378"/>
                      </a:cubicBezTo>
                      <a:cubicBezTo>
                        <a:pt x="10748" y="16378"/>
                        <a:pt x="12156" y="16024"/>
                        <a:pt x="13445" y="15281"/>
                      </a:cubicBezTo>
                      <a:cubicBezTo>
                        <a:pt x="17355" y="13022"/>
                        <a:pt x="18699" y="8004"/>
                        <a:pt x="16440" y="4095"/>
                      </a:cubicBezTo>
                      <a:cubicBezTo>
                        <a:pt x="14923" y="1470"/>
                        <a:pt x="12171" y="1"/>
                        <a:pt x="93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5331025" y="550438"/>
                  <a:ext cx="661800" cy="661800"/>
                </a:xfrm>
                <a:prstGeom prst="pie">
                  <a:avLst>
                    <a:gd name="adj1" fmla="val 0"/>
                    <a:gd name="adj2" fmla="val 16200000"/>
                  </a:avLst>
                </a:prstGeom>
                <a:gradFill>
                  <a:gsLst>
                    <a:gs pos="0">
                      <a:schemeClr val="dk2"/>
                    </a:gs>
                    <a:gs pos="50000">
                      <a:schemeClr val="accent2"/>
                    </a:gs>
                    <a:gs pos="100000">
                      <a:schemeClr val="accent3"/>
                    </a:gs>
                  </a:gsLst>
                  <a:lin ang="1619866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5331025" y="550425"/>
                  <a:ext cx="661800" cy="661800"/>
                </a:xfrm>
                <a:prstGeom prst="pie">
                  <a:avLst>
                    <a:gd name="adj1" fmla="val 0"/>
                    <a:gd name="adj2" fmla="val 8494917"/>
                  </a:avLst>
                </a:prstGeom>
                <a:gradFill>
                  <a:gsLst>
                    <a:gs pos="0">
                      <a:srgbClr val="8360C3"/>
                    </a:gs>
                    <a:gs pos="100000">
                      <a:srgbClr val="2EBF9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7" name="Google Shape;67;p2"/>
            <p:cNvGrpSpPr/>
            <p:nvPr/>
          </p:nvGrpSpPr>
          <p:grpSpPr>
            <a:xfrm>
              <a:off x="2095947" y="-278102"/>
              <a:ext cx="1110073" cy="1274165"/>
              <a:chOff x="6646350" y="4133672"/>
              <a:chExt cx="827363" cy="949664"/>
            </a:xfrm>
          </p:grpSpPr>
          <p:sp>
            <p:nvSpPr>
              <p:cNvPr id="68" name="Google Shape;68;p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3615826" y="2148650"/>
            <a:ext cx="4813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3"/>
          <p:cNvSpPr txBox="1">
            <a:spLocks noGrp="1"/>
          </p:cNvSpPr>
          <p:nvPr>
            <p:ph type="title" idx="2" hasCustomPrompt="1"/>
          </p:nvPr>
        </p:nvSpPr>
        <p:spPr>
          <a:xfrm>
            <a:off x="1929988" y="2148650"/>
            <a:ext cx="1527900" cy="13260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800">
                <a:latin typeface="Lexend Exa ExtraBold"/>
                <a:ea typeface="Lexend Exa ExtraBold"/>
                <a:cs typeface="Lexend Exa ExtraBold"/>
                <a:sym typeface="Lexend Exa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6" name="Google Shape;76;p3"/>
          <p:cNvSpPr txBox="1">
            <a:spLocks noGrp="1"/>
          </p:cNvSpPr>
          <p:nvPr>
            <p:ph type="subTitle" idx="1"/>
          </p:nvPr>
        </p:nvSpPr>
        <p:spPr>
          <a:xfrm>
            <a:off x="3615825" y="2990450"/>
            <a:ext cx="4813200" cy="10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" name="Google Shape;77;p3"/>
          <p:cNvGrpSpPr/>
          <p:nvPr/>
        </p:nvGrpSpPr>
        <p:grpSpPr>
          <a:xfrm>
            <a:off x="-741747" y="-776329"/>
            <a:ext cx="10491452" cy="6545656"/>
            <a:chOff x="-741747" y="-776329"/>
            <a:chExt cx="10491452" cy="6545656"/>
          </a:xfrm>
        </p:grpSpPr>
        <p:grpSp>
          <p:nvGrpSpPr>
            <p:cNvPr id="78" name="Google Shape;78;p3"/>
            <p:cNvGrpSpPr/>
            <p:nvPr/>
          </p:nvGrpSpPr>
          <p:grpSpPr>
            <a:xfrm rot="10800000">
              <a:off x="-741747" y="289204"/>
              <a:ext cx="2148503" cy="3092546"/>
              <a:chOff x="7488385" y="2119647"/>
              <a:chExt cx="1655624" cy="2383098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7490175" y="2122075"/>
                <a:ext cx="1651625" cy="2378450"/>
              </a:xfrm>
              <a:custGeom>
                <a:avLst/>
                <a:gdLst/>
                <a:ahLst/>
                <a:cxnLst/>
                <a:rect l="l" t="t" r="r" b="b"/>
                <a:pathLst>
                  <a:path w="66065" h="95138" extrusionOk="0">
                    <a:moveTo>
                      <a:pt x="0" y="56996"/>
                    </a:moveTo>
                    <a:lnTo>
                      <a:pt x="16540" y="66390"/>
                    </a:lnTo>
                    <a:lnTo>
                      <a:pt x="16642" y="85624"/>
                    </a:lnTo>
                    <a:lnTo>
                      <a:pt x="33049" y="95138"/>
                    </a:lnTo>
                    <a:lnTo>
                      <a:pt x="66065" y="76040"/>
                    </a:lnTo>
                    <a:lnTo>
                      <a:pt x="66041" y="37964"/>
                    </a:lnTo>
                    <a:lnTo>
                      <a:pt x="49473" y="28325"/>
                    </a:lnTo>
                    <a:lnTo>
                      <a:pt x="49505" y="9490"/>
                    </a:lnTo>
                    <a:lnTo>
                      <a:pt x="33061" y="0"/>
                    </a:lnTo>
                    <a:lnTo>
                      <a:pt x="16572" y="9395"/>
                    </a:lnTo>
                    <a:lnTo>
                      <a:pt x="16572" y="28397"/>
                    </a:lnTo>
                    <a:lnTo>
                      <a:pt x="24" y="3787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80" name="Google Shape;80;p3"/>
              <p:cNvSpPr/>
              <p:nvPr/>
            </p:nvSpPr>
            <p:spPr>
              <a:xfrm rot="10800000" flipH="1">
                <a:off x="7902282" y="3785979"/>
                <a:ext cx="414422" cy="716766"/>
              </a:xfrm>
              <a:custGeom>
                <a:avLst/>
                <a:gdLst/>
                <a:ahLst/>
                <a:cxnLst/>
                <a:rect l="l" t="t" r="r" b="b"/>
                <a:pathLst>
                  <a:path w="13097" h="22652" extrusionOk="0">
                    <a:moveTo>
                      <a:pt x="13081" y="15104"/>
                    </a:moveTo>
                    <a:lnTo>
                      <a:pt x="13081" y="15096"/>
                    </a:lnTo>
                    <a:lnTo>
                      <a:pt x="13081" y="15096"/>
                    </a:lnTo>
                    <a:lnTo>
                      <a:pt x="13081" y="20"/>
                    </a:lnTo>
                    <a:lnTo>
                      <a:pt x="13097" y="13"/>
                    </a:lnTo>
                    <a:lnTo>
                      <a:pt x="13081" y="1"/>
                    </a:lnTo>
                    <a:lnTo>
                      <a:pt x="1" y="7553"/>
                    </a:lnTo>
                    <a:lnTo>
                      <a:pt x="1" y="22648"/>
                    </a:lnTo>
                    <a:lnTo>
                      <a:pt x="8" y="226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 rot="10800000" flipH="1">
                <a:off x="8316178" y="4024807"/>
                <a:ext cx="32" cy="285"/>
              </a:xfrm>
              <a:custGeom>
                <a:avLst/>
                <a:gdLst/>
                <a:ahLst/>
                <a:cxnLst/>
                <a:rect l="l" t="t" r="r" b="b"/>
                <a:pathLst>
                  <a:path w="1" h="9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 rot="10800000" flipH="1">
                <a:off x="8316178" y="4024807"/>
                <a:ext cx="32" cy="285"/>
              </a:xfrm>
              <a:custGeom>
                <a:avLst/>
                <a:gdLst/>
                <a:ahLst/>
                <a:cxnLst/>
                <a:rect l="l" t="t" r="r" b="b"/>
                <a:pathLst>
                  <a:path w="1" h="9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 rot="10800000" flipH="1">
                <a:off x="8316178" y="4025038"/>
                <a:ext cx="413567" cy="477327"/>
              </a:xfrm>
              <a:custGeom>
                <a:avLst/>
                <a:gdLst/>
                <a:ahLst/>
                <a:cxnLst/>
                <a:rect l="l" t="t" r="r" b="b"/>
                <a:pathLst>
                  <a:path w="13070" h="15085" extrusionOk="0">
                    <a:moveTo>
                      <a:pt x="0" y="15084"/>
                    </a:moveTo>
                    <a:lnTo>
                      <a:pt x="13070" y="7537"/>
                    </a:lnTo>
                    <a:lnTo>
                      <a:pt x="16" y="1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 rot="10800000" flipH="1">
                <a:off x="8316178" y="4024206"/>
                <a:ext cx="506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16" h="20" extrusionOk="0">
                    <a:moveTo>
                      <a:pt x="0" y="20"/>
                    </a:moveTo>
                    <a:lnTo>
                      <a:pt x="16" y="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 rot="10800000" flipH="1">
                <a:off x="8316178" y="4024206"/>
                <a:ext cx="506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16" h="20" extrusionOk="0">
                    <a:moveTo>
                      <a:pt x="0" y="20"/>
                    </a:moveTo>
                    <a:lnTo>
                      <a:pt x="16" y="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 rot="10800000" flipH="1">
                <a:off x="8730074" y="3785484"/>
                <a:ext cx="413916" cy="478308"/>
              </a:xfrm>
              <a:custGeom>
                <a:avLst/>
                <a:gdLst/>
                <a:ahLst/>
                <a:cxnLst/>
                <a:rect l="l" t="t" r="r" b="b"/>
                <a:pathLst>
                  <a:path w="13081" h="15116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0"/>
                    </a:lnTo>
                    <a:lnTo>
                      <a:pt x="0" y="15096"/>
                    </a:lnTo>
                    <a:lnTo>
                      <a:pt x="0" y="15104"/>
                    </a:lnTo>
                    <a:lnTo>
                      <a:pt x="0" y="15115"/>
                    </a:lnTo>
                    <a:lnTo>
                      <a:pt x="16" y="15104"/>
                    </a:lnTo>
                    <a:lnTo>
                      <a:pt x="13081" y="7544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800000" flipH="1">
                <a:off x="8316178" y="3785864"/>
                <a:ext cx="413947" cy="478055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15108" extrusionOk="0">
                    <a:moveTo>
                      <a:pt x="13070" y="1"/>
                    </a:moveTo>
                    <a:lnTo>
                      <a:pt x="0" y="7548"/>
                    </a:lnTo>
                    <a:lnTo>
                      <a:pt x="0" y="7556"/>
                    </a:lnTo>
                    <a:lnTo>
                      <a:pt x="16" y="7568"/>
                    </a:lnTo>
                    <a:lnTo>
                      <a:pt x="13070" y="15104"/>
                    </a:lnTo>
                    <a:lnTo>
                      <a:pt x="13081" y="15108"/>
                    </a:lnTo>
                    <a:lnTo>
                      <a:pt x="13081" y="15100"/>
                    </a:lnTo>
                    <a:lnTo>
                      <a:pt x="13081" y="24"/>
                    </a:lnTo>
                    <a:lnTo>
                      <a:pt x="13081" y="16"/>
                    </a:lnTo>
                    <a:lnTo>
                      <a:pt x="13081" y="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800000" flipH="1">
                <a:off x="8316178" y="3546806"/>
                <a:ext cx="32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2"/>
                    </a:lnTo>
                    <a:lnTo>
                      <a:pt x="0" y="1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800000" flipH="1">
                <a:off x="8316178" y="3546806"/>
                <a:ext cx="32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2"/>
                    </a:lnTo>
                    <a:lnTo>
                      <a:pt x="0" y="1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800000" flipH="1">
                <a:off x="8316178" y="3546806"/>
                <a:ext cx="32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2"/>
                    </a:lnTo>
                    <a:lnTo>
                      <a:pt x="0" y="1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800000" flipH="1">
                <a:off x="8316178" y="354718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10800000" flipH="1">
                <a:off x="8316178" y="354718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800000" flipH="1">
                <a:off x="8316178" y="354718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 rot="10800000" flipH="1">
                <a:off x="8316178" y="354718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 rot="10800000" flipH="1">
                <a:off x="8316178" y="354718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 rot="10800000" flipH="1">
                <a:off x="8730074" y="3308211"/>
                <a:ext cx="413314" cy="477327"/>
              </a:xfrm>
              <a:custGeom>
                <a:avLst/>
                <a:gdLst/>
                <a:ahLst/>
                <a:cxnLst/>
                <a:rect l="l" t="t" r="r" b="b"/>
                <a:pathLst>
                  <a:path w="13062" h="15085" extrusionOk="0">
                    <a:moveTo>
                      <a:pt x="0" y="15084"/>
                    </a:moveTo>
                    <a:lnTo>
                      <a:pt x="13062" y="754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 rot="10800000" flipH="1">
                <a:off x="8730074" y="3546911"/>
                <a:ext cx="413916" cy="478181"/>
              </a:xfrm>
              <a:custGeom>
                <a:avLst/>
                <a:gdLst/>
                <a:ahLst/>
                <a:cxnLst/>
                <a:rect l="l" t="t" r="r" b="b"/>
                <a:pathLst>
                  <a:path w="13081" h="15112" extrusionOk="0">
                    <a:moveTo>
                      <a:pt x="13081" y="0"/>
                    </a:moveTo>
                    <a:lnTo>
                      <a:pt x="16" y="7560"/>
                    </a:lnTo>
                    <a:lnTo>
                      <a:pt x="0" y="7571"/>
                    </a:lnTo>
                    <a:lnTo>
                      <a:pt x="13062" y="15112"/>
                    </a:lnTo>
                    <a:lnTo>
                      <a:pt x="13081" y="15104"/>
                    </a:lnTo>
                    <a:lnTo>
                      <a:pt x="1308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 rot="10800000" flipH="1">
                <a:off x="8730074" y="3069258"/>
                <a:ext cx="413916" cy="477960"/>
              </a:xfrm>
              <a:custGeom>
                <a:avLst/>
                <a:gdLst/>
                <a:ahLst/>
                <a:cxnLst/>
                <a:rect l="l" t="t" r="r" b="b"/>
                <a:pathLst>
                  <a:path w="13081" h="15105" extrusionOk="0">
                    <a:moveTo>
                      <a:pt x="13062" y="9"/>
                    </a:moveTo>
                    <a:lnTo>
                      <a:pt x="0" y="7552"/>
                    </a:lnTo>
                    <a:lnTo>
                      <a:pt x="16" y="7560"/>
                    </a:lnTo>
                    <a:lnTo>
                      <a:pt x="13081" y="15104"/>
                    </a:lnTo>
                    <a:lnTo>
                      <a:pt x="13081" y="14930"/>
                    </a:lnTo>
                    <a:lnTo>
                      <a:pt x="13081" y="28"/>
                    </a:lnTo>
                    <a:lnTo>
                      <a:pt x="13081" y="20"/>
                    </a:lnTo>
                    <a:lnTo>
                      <a:pt x="1308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 rot="10800000" flipH="1">
                <a:off x="7488385" y="3069247"/>
                <a:ext cx="414200" cy="716892"/>
              </a:xfrm>
              <a:custGeom>
                <a:avLst/>
                <a:gdLst/>
                <a:ahLst/>
                <a:cxnLst/>
                <a:rect l="l" t="t" r="r" b="b"/>
                <a:pathLst>
                  <a:path w="13090" h="22656" extrusionOk="0">
                    <a:moveTo>
                      <a:pt x="13082" y="19"/>
                    </a:moveTo>
                    <a:lnTo>
                      <a:pt x="13089" y="16"/>
                    </a:lnTo>
                    <a:lnTo>
                      <a:pt x="13082" y="8"/>
                    </a:lnTo>
                    <a:lnTo>
                      <a:pt x="13082" y="0"/>
                    </a:lnTo>
                    <a:lnTo>
                      <a:pt x="1" y="7552"/>
                    </a:lnTo>
                    <a:lnTo>
                      <a:pt x="1" y="22655"/>
                    </a:lnTo>
                    <a:lnTo>
                      <a:pt x="13082" y="1510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 rot="10800000" flipH="1">
                <a:off x="8730072" y="3269925"/>
                <a:ext cx="285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9" h="8" extrusionOk="0">
                    <a:moveTo>
                      <a:pt x="8" y="4"/>
                    </a:moveTo>
                    <a:lnTo>
                      <a:pt x="1" y="0"/>
                    </a:lnTo>
                    <a:lnTo>
                      <a:pt x="1" y="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 rot="10800000" flipH="1">
                <a:off x="8730072" y="3269925"/>
                <a:ext cx="285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9" h="8" extrusionOk="0">
                    <a:moveTo>
                      <a:pt x="8" y="4"/>
                    </a:moveTo>
                    <a:lnTo>
                      <a:pt x="1" y="0"/>
                    </a:lnTo>
                    <a:lnTo>
                      <a:pt x="1" y="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10800000" flipH="1">
                <a:off x="8730072" y="3269672"/>
                <a:ext cx="538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 extrusionOk="0">
                    <a:moveTo>
                      <a:pt x="8" y="1"/>
                    </a:moveTo>
                    <a:lnTo>
                      <a:pt x="1" y="5"/>
                    </a:lnTo>
                    <a:lnTo>
                      <a:pt x="8" y="13"/>
                    </a:lnTo>
                    <a:lnTo>
                      <a:pt x="16" y="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 rot="10800000" flipH="1">
                <a:off x="8730072" y="3269672"/>
                <a:ext cx="538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 extrusionOk="0">
                    <a:moveTo>
                      <a:pt x="8" y="1"/>
                    </a:moveTo>
                    <a:lnTo>
                      <a:pt x="1" y="5"/>
                    </a:lnTo>
                    <a:lnTo>
                      <a:pt x="8" y="13"/>
                    </a:lnTo>
                    <a:lnTo>
                      <a:pt x="16" y="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 rot="10800000" flipH="1">
                <a:off x="8730072" y="3269672"/>
                <a:ext cx="538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 extrusionOk="0">
                    <a:moveTo>
                      <a:pt x="8" y="1"/>
                    </a:moveTo>
                    <a:lnTo>
                      <a:pt x="1" y="5"/>
                    </a:lnTo>
                    <a:lnTo>
                      <a:pt x="8" y="13"/>
                    </a:lnTo>
                    <a:lnTo>
                      <a:pt x="16" y="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 rot="10800000" flipH="1">
                <a:off x="7902282" y="3307958"/>
                <a:ext cx="413947" cy="477707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15097" extrusionOk="0">
                    <a:moveTo>
                      <a:pt x="13081" y="7556"/>
                    </a:moveTo>
                    <a:lnTo>
                      <a:pt x="13081" y="7548"/>
                    </a:lnTo>
                    <a:lnTo>
                      <a:pt x="8" y="1"/>
                    </a:lnTo>
                    <a:lnTo>
                      <a:pt x="1" y="4"/>
                    </a:lnTo>
                    <a:lnTo>
                      <a:pt x="1" y="15088"/>
                    </a:lnTo>
                    <a:lnTo>
                      <a:pt x="16" y="1509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 rot="10800000" flipH="1">
                <a:off x="7902535" y="3546784"/>
                <a:ext cx="827610" cy="478055"/>
              </a:xfrm>
              <a:custGeom>
                <a:avLst/>
                <a:gdLst/>
                <a:ahLst/>
                <a:cxnLst/>
                <a:rect l="l" t="t" r="r" b="b"/>
                <a:pathLst>
                  <a:path w="26155" h="15108" extrusionOk="0">
                    <a:moveTo>
                      <a:pt x="13073" y="0"/>
                    </a:moveTo>
                    <a:lnTo>
                      <a:pt x="0" y="7548"/>
                    </a:lnTo>
                    <a:lnTo>
                      <a:pt x="8" y="7552"/>
                    </a:lnTo>
                    <a:lnTo>
                      <a:pt x="0" y="7560"/>
                    </a:lnTo>
                    <a:lnTo>
                      <a:pt x="13073" y="15107"/>
                    </a:lnTo>
                    <a:lnTo>
                      <a:pt x="13081" y="15100"/>
                    </a:lnTo>
                    <a:lnTo>
                      <a:pt x="26139" y="7563"/>
                    </a:lnTo>
                    <a:lnTo>
                      <a:pt x="26154" y="7552"/>
                    </a:lnTo>
                    <a:lnTo>
                      <a:pt x="26143" y="7548"/>
                    </a:lnTo>
                    <a:lnTo>
                      <a:pt x="13089" y="12"/>
                    </a:lnTo>
                    <a:lnTo>
                      <a:pt x="1307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 rot="10800000" flipH="1">
                <a:off x="7902282" y="3307632"/>
                <a:ext cx="53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17" h="20" extrusionOk="0">
                    <a:moveTo>
                      <a:pt x="16" y="8"/>
                    </a:moveTo>
                    <a:lnTo>
                      <a:pt x="1" y="0"/>
                    </a:lnTo>
                    <a:lnTo>
                      <a:pt x="1" y="12"/>
                    </a:lnTo>
                    <a:lnTo>
                      <a:pt x="1" y="2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 rot="10800000" flipH="1">
                <a:off x="7902282" y="3307632"/>
                <a:ext cx="53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17" h="20" extrusionOk="0">
                    <a:moveTo>
                      <a:pt x="16" y="8"/>
                    </a:moveTo>
                    <a:lnTo>
                      <a:pt x="1" y="0"/>
                    </a:lnTo>
                    <a:lnTo>
                      <a:pt x="1" y="12"/>
                    </a:lnTo>
                    <a:lnTo>
                      <a:pt x="1" y="2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 rot="10800000" flipH="1">
                <a:off x="7902282" y="2358558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 rot="10800000" flipH="1">
                <a:off x="7902788" y="3069258"/>
                <a:ext cx="413441" cy="477327"/>
              </a:xfrm>
              <a:custGeom>
                <a:avLst/>
                <a:gdLst/>
                <a:ahLst/>
                <a:cxnLst/>
                <a:rect l="l" t="t" r="r" b="b"/>
                <a:pathLst>
                  <a:path w="13066" h="15085" extrusionOk="0">
                    <a:moveTo>
                      <a:pt x="0" y="7540"/>
                    </a:moveTo>
                    <a:lnTo>
                      <a:pt x="12899" y="14987"/>
                    </a:lnTo>
                    <a:lnTo>
                      <a:pt x="13065" y="15084"/>
                    </a:lnTo>
                    <a:lnTo>
                      <a:pt x="13065" y="14910"/>
                    </a:lnTo>
                    <a:lnTo>
                      <a:pt x="13065" y="14890"/>
                    </a:lnTo>
                    <a:lnTo>
                      <a:pt x="130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 rot="10800000" flipH="1">
                <a:off x="7488385" y="2830336"/>
                <a:ext cx="827863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63" h="15104" extrusionOk="0">
                    <a:moveTo>
                      <a:pt x="25996" y="7455"/>
                    </a:moveTo>
                    <a:lnTo>
                      <a:pt x="13097" y="8"/>
                    </a:lnTo>
                    <a:lnTo>
                      <a:pt x="13082" y="20"/>
                    </a:lnTo>
                    <a:lnTo>
                      <a:pt x="13082" y="12"/>
                    </a:lnTo>
                    <a:lnTo>
                      <a:pt x="13082" y="0"/>
                    </a:lnTo>
                    <a:lnTo>
                      <a:pt x="1" y="7552"/>
                    </a:lnTo>
                    <a:lnTo>
                      <a:pt x="13082" y="15104"/>
                    </a:lnTo>
                    <a:lnTo>
                      <a:pt x="13082" y="14910"/>
                    </a:lnTo>
                    <a:lnTo>
                      <a:pt x="13082" y="14910"/>
                    </a:lnTo>
                    <a:lnTo>
                      <a:pt x="13082" y="15104"/>
                    </a:lnTo>
                    <a:lnTo>
                      <a:pt x="26147" y="7560"/>
                    </a:lnTo>
                    <a:lnTo>
                      <a:pt x="26162" y="75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 rot="10800000" flipH="1">
                <a:off x="8316178" y="3069247"/>
                <a:ext cx="413947" cy="716671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649" extrusionOk="0">
                    <a:moveTo>
                      <a:pt x="13066" y="12"/>
                    </a:moveTo>
                    <a:lnTo>
                      <a:pt x="8" y="7549"/>
                    </a:lnTo>
                    <a:lnTo>
                      <a:pt x="0" y="7556"/>
                    </a:lnTo>
                    <a:lnTo>
                      <a:pt x="0" y="7556"/>
                    </a:lnTo>
                    <a:lnTo>
                      <a:pt x="0" y="7564"/>
                    </a:lnTo>
                    <a:lnTo>
                      <a:pt x="0" y="22454"/>
                    </a:lnTo>
                    <a:lnTo>
                      <a:pt x="0" y="22474"/>
                    </a:lnTo>
                    <a:lnTo>
                      <a:pt x="0" y="22648"/>
                    </a:lnTo>
                    <a:lnTo>
                      <a:pt x="167" y="22551"/>
                    </a:lnTo>
                    <a:lnTo>
                      <a:pt x="13081" y="15096"/>
                    </a:lnTo>
                    <a:lnTo>
                      <a:pt x="13081" y="12"/>
                    </a:lnTo>
                    <a:lnTo>
                      <a:pt x="1308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 rot="10800000" flipH="1">
                <a:off x="8316178" y="2830336"/>
                <a:ext cx="827831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62" h="15104" extrusionOk="0">
                    <a:moveTo>
                      <a:pt x="13097" y="8"/>
                    </a:moveTo>
                    <a:lnTo>
                      <a:pt x="13081" y="0"/>
                    </a:lnTo>
                    <a:lnTo>
                      <a:pt x="167" y="7455"/>
                    </a:lnTo>
                    <a:lnTo>
                      <a:pt x="0" y="7552"/>
                    </a:lnTo>
                    <a:lnTo>
                      <a:pt x="12930" y="15015"/>
                    </a:lnTo>
                    <a:lnTo>
                      <a:pt x="13081" y="14929"/>
                    </a:lnTo>
                    <a:lnTo>
                      <a:pt x="13081" y="15104"/>
                    </a:lnTo>
                    <a:lnTo>
                      <a:pt x="26143" y="7560"/>
                    </a:lnTo>
                    <a:lnTo>
                      <a:pt x="26162" y="75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 rot="10800000" flipH="1">
                <a:off x="8316178" y="2596921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 rot="10800000" flipH="1">
                <a:off x="7902408" y="2119647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 rot="10800000" flipH="1">
                <a:off x="8316178" y="2358220"/>
                <a:ext cx="413947" cy="477675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15096" extrusionOk="0">
                    <a:moveTo>
                      <a:pt x="12930" y="86"/>
                    </a:moveTo>
                    <a:lnTo>
                      <a:pt x="16" y="7544"/>
                    </a:lnTo>
                    <a:lnTo>
                      <a:pt x="0" y="7552"/>
                    </a:lnTo>
                    <a:lnTo>
                      <a:pt x="13066" y="15096"/>
                    </a:lnTo>
                    <a:lnTo>
                      <a:pt x="13081" y="15084"/>
                    </a:lnTo>
                    <a:lnTo>
                      <a:pt x="13081" y="194"/>
                    </a:lnTo>
                    <a:lnTo>
                      <a:pt x="13081" y="175"/>
                    </a:lnTo>
                    <a:lnTo>
                      <a:pt x="1308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3"/>
            <p:cNvGrpSpPr/>
            <p:nvPr/>
          </p:nvGrpSpPr>
          <p:grpSpPr>
            <a:xfrm>
              <a:off x="8084437" y="220913"/>
              <a:ext cx="1483798" cy="1299762"/>
              <a:chOff x="8312799" y="3946629"/>
              <a:chExt cx="872823" cy="764566"/>
            </a:xfrm>
          </p:grpSpPr>
          <p:sp>
            <p:nvSpPr>
              <p:cNvPr id="118" name="Google Shape;118;p3"/>
              <p:cNvSpPr/>
              <p:nvPr/>
            </p:nvSpPr>
            <p:spPr>
              <a:xfrm>
                <a:off x="8312799" y="3946629"/>
                <a:ext cx="872823" cy="764566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8367075" y="3946934"/>
                <a:ext cx="764100" cy="7641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1"/>
                  </a:gs>
                  <a:gs pos="19000">
                    <a:schemeClr val="accent2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367075" y="3946949"/>
                <a:ext cx="764100" cy="7641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 flipH="1">
              <a:off x="6808383" y="-420300"/>
              <a:ext cx="1539557" cy="1332988"/>
              <a:chOff x="8109322" y="253"/>
              <a:chExt cx="1034857" cy="896006"/>
            </a:xfrm>
          </p:grpSpPr>
          <p:sp>
            <p:nvSpPr>
              <p:cNvPr id="122" name="Google Shape;122;p3"/>
              <p:cNvSpPr/>
              <p:nvPr/>
            </p:nvSpPr>
            <p:spPr>
              <a:xfrm rot="5400000">
                <a:off x="8178747" y="-69173"/>
                <a:ext cx="896006" cy="1034857"/>
              </a:xfrm>
              <a:custGeom>
                <a:avLst/>
                <a:gdLst/>
                <a:ahLst/>
                <a:cxnLst/>
                <a:rect l="l" t="t" r="r" b="b"/>
                <a:pathLst>
                  <a:path w="24915" h="28770" extrusionOk="0">
                    <a:moveTo>
                      <a:pt x="0" y="0"/>
                    </a:moveTo>
                    <a:lnTo>
                      <a:pt x="0" y="28769"/>
                    </a:lnTo>
                    <a:lnTo>
                      <a:pt x="24914" y="1438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 rot="10800000" flipH="1">
                <a:off x="8113006" y="253"/>
                <a:ext cx="1027510" cy="523107"/>
                <a:chOff x="7625173" y="1168019"/>
                <a:chExt cx="758870" cy="386342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 rot="5400000" flipH="1">
                  <a:off x="7623111" y="1170081"/>
                  <a:ext cx="386342" cy="382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6" h="14388" extrusionOk="0">
                      <a:moveTo>
                        <a:pt x="5010" y="1"/>
                      </a:moveTo>
                      <a:cubicBezTo>
                        <a:pt x="4580" y="75"/>
                        <a:pt x="4146" y="133"/>
                        <a:pt x="3704" y="171"/>
                      </a:cubicBezTo>
                      <a:cubicBezTo>
                        <a:pt x="3280" y="207"/>
                        <a:pt x="2855" y="225"/>
                        <a:pt x="2430" y="225"/>
                      </a:cubicBezTo>
                      <a:cubicBezTo>
                        <a:pt x="1617" y="225"/>
                        <a:pt x="805" y="159"/>
                        <a:pt x="0" y="24"/>
                      </a:cubicBezTo>
                      <a:lnTo>
                        <a:pt x="0" y="14387"/>
                      </a:lnTo>
                      <a:lnTo>
                        <a:pt x="14546" y="5991"/>
                      </a:lnTo>
                      <a:cubicBezTo>
                        <a:pt x="12271" y="2826"/>
                        <a:pt x="8846" y="675"/>
                        <a:pt x="50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 rot="5400000" flipH="1">
                  <a:off x="7996907" y="1167175"/>
                  <a:ext cx="386236" cy="388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2" h="14607" extrusionOk="0">
                      <a:moveTo>
                        <a:pt x="0" y="0"/>
                      </a:moveTo>
                      <a:lnTo>
                        <a:pt x="0" y="14406"/>
                      </a:lnTo>
                      <a:cubicBezTo>
                        <a:pt x="810" y="14539"/>
                        <a:pt x="1628" y="14607"/>
                        <a:pt x="2446" y="14607"/>
                      </a:cubicBezTo>
                      <a:cubicBezTo>
                        <a:pt x="2866" y="14607"/>
                        <a:pt x="3286" y="14589"/>
                        <a:pt x="3704" y="14553"/>
                      </a:cubicBezTo>
                      <a:cubicBezTo>
                        <a:pt x="4146" y="14515"/>
                        <a:pt x="4580" y="14457"/>
                        <a:pt x="5010" y="14383"/>
                      </a:cubicBezTo>
                      <a:cubicBezTo>
                        <a:pt x="8850" y="13717"/>
                        <a:pt x="12275" y="11566"/>
                        <a:pt x="14542" y="839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" name="Google Shape;126;p3"/>
            <p:cNvGrpSpPr/>
            <p:nvPr/>
          </p:nvGrpSpPr>
          <p:grpSpPr>
            <a:xfrm rot="-3599992">
              <a:off x="7595675" y="3696765"/>
              <a:ext cx="1914936" cy="1657789"/>
              <a:chOff x="-1479143" y="3104800"/>
              <a:chExt cx="1213065" cy="1050375"/>
            </a:xfrm>
          </p:grpSpPr>
          <p:sp>
            <p:nvSpPr>
              <p:cNvPr id="127" name="Google Shape;127;p3"/>
              <p:cNvSpPr/>
              <p:nvPr/>
            </p:nvSpPr>
            <p:spPr>
              <a:xfrm rot="-5400000" flipH="1">
                <a:off x="-1299459" y="3792590"/>
                <a:ext cx="130728" cy="110378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4155" extrusionOk="0">
                    <a:moveTo>
                      <a:pt x="4922" y="0"/>
                    </a:moveTo>
                    <a:cubicBezTo>
                      <a:pt x="3190" y="1271"/>
                      <a:pt x="1547" y="2658"/>
                      <a:pt x="1" y="4154"/>
                    </a:cubicBezTo>
                    <a:cubicBezTo>
                      <a:pt x="1562" y="2678"/>
                      <a:pt x="3205" y="1291"/>
                      <a:pt x="492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-1464730" y="3117126"/>
                <a:ext cx="1185900" cy="10257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 rot="-5400000" flipH="1">
                <a:off x="-982305" y="3438920"/>
                <a:ext cx="908113" cy="524340"/>
              </a:xfrm>
              <a:custGeom>
                <a:avLst/>
                <a:gdLst/>
                <a:ahLst/>
                <a:cxnLst/>
                <a:rect l="l" t="t" r="r" b="b"/>
                <a:pathLst>
                  <a:path w="34191" h="19738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34190" y="1973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 rot="-5400000" flipH="1">
                <a:off x="-1617226" y="3242882"/>
                <a:ext cx="1050342" cy="774177"/>
              </a:xfrm>
              <a:custGeom>
                <a:avLst/>
                <a:gdLst/>
                <a:ahLst/>
                <a:cxnLst/>
                <a:rect l="l" t="t" r="r" b="b"/>
                <a:pathLst>
                  <a:path w="39546" h="29028" extrusionOk="0">
                    <a:moveTo>
                      <a:pt x="39545" y="0"/>
                    </a:moveTo>
                    <a:lnTo>
                      <a:pt x="1" y="22833"/>
                    </a:lnTo>
                    <a:lnTo>
                      <a:pt x="2876" y="24496"/>
                    </a:lnTo>
                    <a:cubicBezTo>
                      <a:pt x="9288" y="27855"/>
                      <a:pt x="14703" y="29027"/>
                      <a:pt x="19140" y="29027"/>
                    </a:cubicBezTo>
                    <a:cubicBezTo>
                      <a:pt x="21929" y="29027"/>
                      <a:pt x="24332" y="28564"/>
                      <a:pt x="26352" y="27890"/>
                    </a:cubicBezTo>
                    <a:cubicBezTo>
                      <a:pt x="26275" y="27704"/>
                      <a:pt x="24779" y="24027"/>
                      <a:pt x="25829" y="18657"/>
                    </a:cubicBezTo>
                    <a:lnTo>
                      <a:pt x="25756" y="18657"/>
                    </a:lnTo>
                    <a:cubicBezTo>
                      <a:pt x="25756" y="13550"/>
                      <a:pt x="30235" y="8203"/>
                      <a:pt x="34086" y="4549"/>
                    </a:cubicBezTo>
                    <a:cubicBezTo>
                      <a:pt x="35632" y="3053"/>
                      <a:pt x="37275" y="1666"/>
                      <a:pt x="39007" y="395"/>
                    </a:cubicBezTo>
                    <a:cubicBezTo>
                      <a:pt x="39351" y="140"/>
                      <a:pt x="39545" y="0"/>
                      <a:pt x="395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 rot="-5400000" flipH="1">
                <a:off x="-1159882" y="3469624"/>
                <a:ext cx="366289" cy="1004812"/>
              </a:xfrm>
              <a:custGeom>
                <a:avLst/>
                <a:gdLst/>
                <a:ahLst/>
                <a:cxnLst/>
                <a:rect l="l" t="t" r="r" b="b"/>
                <a:pathLst>
                  <a:path w="13791" h="37472" extrusionOk="0">
                    <a:moveTo>
                      <a:pt x="13790" y="0"/>
                    </a:moveTo>
                    <a:cubicBezTo>
                      <a:pt x="13608" y="132"/>
                      <a:pt x="13430" y="264"/>
                      <a:pt x="13252" y="395"/>
                    </a:cubicBezTo>
                    <a:cubicBezTo>
                      <a:pt x="11535" y="1686"/>
                      <a:pt x="9892" y="3073"/>
                      <a:pt x="8331" y="4549"/>
                    </a:cubicBezTo>
                    <a:cubicBezTo>
                      <a:pt x="4480" y="8203"/>
                      <a:pt x="1" y="13550"/>
                      <a:pt x="1" y="18657"/>
                    </a:cubicBezTo>
                    <a:lnTo>
                      <a:pt x="74" y="18657"/>
                    </a:lnTo>
                    <a:cubicBezTo>
                      <a:pt x="109" y="18655"/>
                      <a:pt x="157" y="18655"/>
                      <a:pt x="216" y="18655"/>
                    </a:cubicBezTo>
                    <a:cubicBezTo>
                      <a:pt x="1184" y="18655"/>
                      <a:pt x="5224" y="18907"/>
                      <a:pt x="8672" y="22768"/>
                    </a:cubicBezTo>
                    <a:cubicBezTo>
                      <a:pt x="12221" y="25720"/>
                      <a:pt x="13430" y="32167"/>
                      <a:pt x="13790" y="37472"/>
                    </a:cubicBezTo>
                    <a:lnTo>
                      <a:pt x="13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 rot="-5400000" flipH="1">
                <a:off x="-1057243" y="3363983"/>
                <a:ext cx="973982" cy="608339"/>
              </a:xfrm>
              <a:custGeom>
                <a:avLst/>
                <a:gdLst/>
                <a:ahLst/>
                <a:cxnLst/>
                <a:rect l="l" t="t" r="r" b="b"/>
                <a:pathLst>
                  <a:path w="36671" h="22900" extrusionOk="0">
                    <a:moveTo>
                      <a:pt x="31548" y="1"/>
                    </a:moveTo>
                    <a:cubicBezTo>
                      <a:pt x="31548" y="1"/>
                      <a:pt x="28886" y="3321"/>
                      <a:pt x="23477" y="5127"/>
                    </a:cubicBezTo>
                    <a:cubicBezTo>
                      <a:pt x="21457" y="5801"/>
                      <a:pt x="19054" y="6264"/>
                      <a:pt x="16265" y="6264"/>
                    </a:cubicBezTo>
                    <a:cubicBezTo>
                      <a:pt x="11828" y="6264"/>
                      <a:pt x="6413" y="5092"/>
                      <a:pt x="1" y="1733"/>
                    </a:cubicBezTo>
                    <a:lnTo>
                      <a:pt x="1" y="1733"/>
                    </a:lnTo>
                    <a:lnTo>
                      <a:pt x="2481" y="3162"/>
                    </a:lnTo>
                    <a:lnTo>
                      <a:pt x="36670" y="22900"/>
                    </a:lnTo>
                    <a:lnTo>
                      <a:pt x="36670" y="14709"/>
                    </a:lnTo>
                    <a:cubicBezTo>
                      <a:pt x="36310" y="9404"/>
                      <a:pt x="35101" y="2957"/>
                      <a:pt x="31552" y="5"/>
                    </a:cubicBezTo>
                    <a:lnTo>
                      <a:pt x="3154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000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flipH="1">
              <a:off x="6598197" y="4367361"/>
              <a:ext cx="1567446" cy="798028"/>
              <a:chOff x="7514497" y="1168019"/>
              <a:chExt cx="758870" cy="386342"/>
            </a:xfrm>
          </p:grpSpPr>
          <p:sp>
            <p:nvSpPr>
              <p:cNvPr id="134" name="Google Shape;134;p3"/>
              <p:cNvSpPr/>
              <p:nvPr/>
            </p:nvSpPr>
            <p:spPr>
              <a:xfrm rot="5400000" flipH="1">
                <a:off x="7512435" y="1170081"/>
                <a:ext cx="386342" cy="382217"/>
              </a:xfrm>
              <a:custGeom>
                <a:avLst/>
                <a:gdLst/>
                <a:ahLst/>
                <a:cxnLst/>
                <a:rect l="l" t="t" r="r" b="b"/>
                <a:pathLst>
                  <a:path w="14546" h="14388" extrusionOk="0">
                    <a:moveTo>
                      <a:pt x="5010" y="1"/>
                    </a:moveTo>
                    <a:cubicBezTo>
                      <a:pt x="4580" y="75"/>
                      <a:pt x="4146" y="133"/>
                      <a:pt x="3704" y="171"/>
                    </a:cubicBezTo>
                    <a:cubicBezTo>
                      <a:pt x="3280" y="207"/>
                      <a:pt x="2855" y="225"/>
                      <a:pt x="2430" y="225"/>
                    </a:cubicBezTo>
                    <a:cubicBezTo>
                      <a:pt x="1617" y="225"/>
                      <a:pt x="805" y="159"/>
                      <a:pt x="0" y="24"/>
                    </a:cubicBezTo>
                    <a:lnTo>
                      <a:pt x="0" y="14387"/>
                    </a:lnTo>
                    <a:lnTo>
                      <a:pt x="14546" y="5991"/>
                    </a:lnTo>
                    <a:cubicBezTo>
                      <a:pt x="12271" y="2826"/>
                      <a:pt x="8846" y="675"/>
                      <a:pt x="50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 rot="5400000" flipH="1">
                <a:off x="7886232" y="1167175"/>
                <a:ext cx="386236" cy="38803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4607" extrusionOk="0">
                    <a:moveTo>
                      <a:pt x="0" y="0"/>
                    </a:moveTo>
                    <a:lnTo>
                      <a:pt x="0" y="14406"/>
                    </a:lnTo>
                    <a:cubicBezTo>
                      <a:pt x="810" y="14539"/>
                      <a:pt x="1628" y="14607"/>
                      <a:pt x="2446" y="14607"/>
                    </a:cubicBezTo>
                    <a:cubicBezTo>
                      <a:pt x="2866" y="14607"/>
                      <a:pt x="3286" y="14589"/>
                      <a:pt x="3704" y="14553"/>
                    </a:cubicBezTo>
                    <a:cubicBezTo>
                      <a:pt x="4146" y="14515"/>
                      <a:pt x="4580" y="14457"/>
                      <a:pt x="5010" y="14383"/>
                    </a:cubicBezTo>
                    <a:cubicBezTo>
                      <a:pt x="8850" y="13717"/>
                      <a:pt x="12275" y="11566"/>
                      <a:pt x="14542" y="8397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>
              <a:off x="2033747" y="-592270"/>
              <a:ext cx="1174194" cy="1347764"/>
              <a:chOff x="6646350" y="4133672"/>
              <a:chExt cx="827363" cy="949664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38" name="Google Shape;138;p3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39" name="Google Shape;139;p3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42;p3"/>
            <p:cNvGrpSpPr/>
            <p:nvPr/>
          </p:nvGrpSpPr>
          <p:grpSpPr>
            <a:xfrm>
              <a:off x="788077" y="4367360"/>
              <a:ext cx="1546986" cy="1355147"/>
              <a:chOff x="5284025" y="550294"/>
              <a:chExt cx="755807" cy="662081"/>
            </a:xfrm>
          </p:grpSpPr>
          <p:sp>
            <p:nvSpPr>
              <p:cNvPr id="143" name="Google Shape;143;p3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7228230">
              <a:off x="5394680" y="-466692"/>
              <a:ext cx="1423351" cy="1232261"/>
              <a:chOff x="-1479143" y="3104800"/>
              <a:chExt cx="1213065" cy="1050375"/>
            </a:xfrm>
          </p:grpSpPr>
          <p:sp>
            <p:nvSpPr>
              <p:cNvPr id="147" name="Google Shape;147;p3"/>
              <p:cNvSpPr/>
              <p:nvPr/>
            </p:nvSpPr>
            <p:spPr>
              <a:xfrm rot="-5400000" flipH="1">
                <a:off x="-1299459" y="3792590"/>
                <a:ext cx="130728" cy="110378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4155" extrusionOk="0">
                    <a:moveTo>
                      <a:pt x="4922" y="0"/>
                    </a:moveTo>
                    <a:cubicBezTo>
                      <a:pt x="3190" y="1271"/>
                      <a:pt x="1547" y="2658"/>
                      <a:pt x="1" y="4154"/>
                    </a:cubicBezTo>
                    <a:cubicBezTo>
                      <a:pt x="1562" y="2678"/>
                      <a:pt x="3205" y="1291"/>
                      <a:pt x="492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-1464730" y="3117126"/>
                <a:ext cx="1185900" cy="10257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 rot="-5400000" flipH="1">
                <a:off x="-982305" y="3438920"/>
                <a:ext cx="908113" cy="524340"/>
              </a:xfrm>
              <a:custGeom>
                <a:avLst/>
                <a:gdLst/>
                <a:ahLst/>
                <a:cxnLst/>
                <a:rect l="l" t="t" r="r" b="b"/>
                <a:pathLst>
                  <a:path w="34191" h="19738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34190" y="1973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 rot="-5400000" flipH="1">
                <a:off x="-1617226" y="3242882"/>
                <a:ext cx="1050342" cy="774177"/>
              </a:xfrm>
              <a:custGeom>
                <a:avLst/>
                <a:gdLst/>
                <a:ahLst/>
                <a:cxnLst/>
                <a:rect l="l" t="t" r="r" b="b"/>
                <a:pathLst>
                  <a:path w="39546" h="29028" extrusionOk="0">
                    <a:moveTo>
                      <a:pt x="39545" y="0"/>
                    </a:moveTo>
                    <a:lnTo>
                      <a:pt x="1" y="22833"/>
                    </a:lnTo>
                    <a:lnTo>
                      <a:pt x="2876" y="24496"/>
                    </a:lnTo>
                    <a:cubicBezTo>
                      <a:pt x="9288" y="27855"/>
                      <a:pt x="14703" y="29027"/>
                      <a:pt x="19140" y="29027"/>
                    </a:cubicBezTo>
                    <a:cubicBezTo>
                      <a:pt x="21929" y="29027"/>
                      <a:pt x="24332" y="28564"/>
                      <a:pt x="26352" y="27890"/>
                    </a:cubicBezTo>
                    <a:cubicBezTo>
                      <a:pt x="26275" y="27704"/>
                      <a:pt x="24779" y="24027"/>
                      <a:pt x="25829" y="18657"/>
                    </a:cubicBezTo>
                    <a:lnTo>
                      <a:pt x="25756" y="18657"/>
                    </a:lnTo>
                    <a:cubicBezTo>
                      <a:pt x="25756" y="13550"/>
                      <a:pt x="30235" y="8203"/>
                      <a:pt x="34086" y="4549"/>
                    </a:cubicBezTo>
                    <a:cubicBezTo>
                      <a:pt x="35632" y="3053"/>
                      <a:pt x="37275" y="1666"/>
                      <a:pt x="39007" y="395"/>
                    </a:cubicBezTo>
                    <a:cubicBezTo>
                      <a:pt x="39351" y="140"/>
                      <a:pt x="39545" y="0"/>
                      <a:pt x="395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 rot="-5400000" flipH="1">
                <a:off x="-1159882" y="3469624"/>
                <a:ext cx="366289" cy="1004812"/>
              </a:xfrm>
              <a:custGeom>
                <a:avLst/>
                <a:gdLst/>
                <a:ahLst/>
                <a:cxnLst/>
                <a:rect l="l" t="t" r="r" b="b"/>
                <a:pathLst>
                  <a:path w="13791" h="37472" extrusionOk="0">
                    <a:moveTo>
                      <a:pt x="13790" y="0"/>
                    </a:moveTo>
                    <a:cubicBezTo>
                      <a:pt x="13608" y="132"/>
                      <a:pt x="13430" y="264"/>
                      <a:pt x="13252" y="395"/>
                    </a:cubicBezTo>
                    <a:cubicBezTo>
                      <a:pt x="11535" y="1686"/>
                      <a:pt x="9892" y="3073"/>
                      <a:pt x="8331" y="4549"/>
                    </a:cubicBezTo>
                    <a:cubicBezTo>
                      <a:pt x="4480" y="8203"/>
                      <a:pt x="1" y="13550"/>
                      <a:pt x="1" y="18657"/>
                    </a:cubicBezTo>
                    <a:lnTo>
                      <a:pt x="74" y="18657"/>
                    </a:lnTo>
                    <a:cubicBezTo>
                      <a:pt x="109" y="18655"/>
                      <a:pt x="157" y="18655"/>
                      <a:pt x="216" y="18655"/>
                    </a:cubicBezTo>
                    <a:cubicBezTo>
                      <a:pt x="1184" y="18655"/>
                      <a:pt x="5224" y="18907"/>
                      <a:pt x="8672" y="22768"/>
                    </a:cubicBezTo>
                    <a:cubicBezTo>
                      <a:pt x="12221" y="25720"/>
                      <a:pt x="13430" y="32167"/>
                      <a:pt x="13790" y="37472"/>
                    </a:cubicBezTo>
                    <a:lnTo>
                      <a:pt x="13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 rot="-5400000" flipH="1">
                <a:off x="-1057243" y="3363983"/>
                <a:ext cx="973982" cy="608339"/>
              </a:xfrm>
              <a:custGeom>
                <a:avLst/>
                <a:gdLst/>
                <a:ahLst/>
                <a:cxnLst/>
                <a:rect l="l" t="t" r="r" b="b"/>
                <a:pathLst>
                  <a:path w="36671" h="22900" extrusionOk="0">
                    <a:moveTo>
                      <a:pt x="31548" y="1"/>
                    </a:moveTo>
                    <a:cubicBezTo>
                      <a:pt x="31548" y="1"/>
                      <a:pt x="28886" y="3321"/>
                      <a:pt x="23477" y="5127"/>
                    </a:cubicBezTo>
                    <a:cubicBezTo>
                      <a:pt x="21457" y="5801"/>
                      <a:pt x="19054" y="6264"/>
                      <a:pt x="16265" y="6264"/>
                    </a:cubicBezTo>
                    <a:cubicBezTo>
                      <a:pt x="11828" y="6264"/>
                      <a:pt x="6413" y="5092"/>
                      <a:pt x="1" y="1733"/>
                    </a:cubicBezTo>
                    <a:lnTo>
                      <a:pt x="1" y="1733"/>
                    </a:lnTo>
                    <a:lnTo>
                      <a:pt x="2481" y="3162"/>
                    </a:lnTo>
                    <a:lnTo>
                      <a:pt x="36670" y="22900"/>
                    </a:lnTo>
                    <a:lnTo>
                      <a:pt x="36670" y="14709"/>
                    </a:lnTo>
                    <a:cubicBezTo>
                      <a:pt x="36310" y="9404"/>
                      <a:pt x="35101" y="2957"/>
                      <a:pt x="31552" y="5"/>
                    </a:cubicBezTo>
                    <a:lnTo>
                      <a:pt x="3154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000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"/>
          <p:cNvSpPr txBox="1">
            <a:spLocks noGrp="1"/>
          </p:cNvSpPr>
          <p:nvPr>
            <p:ph type="body" idx="1"/>
          </p:nvPr>
        </p:nvSpPr>
        <p:spPr>
          <a:xfrm>
            <a:off x="715100" y="1149950"/>
            <a:ext cx="7557000" cy="3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Char char="■"/>
              <a:defRPr sz="1400"/>
            </a:lvl9pPr>
          </a:lstStyle>
          <a:p>
            <a:endParaRPr/>
          </a:p>
        </p:txBody>
      </p:sp>
      <p:grpSp>
        <p:nvGrpSpPr>
          <p:cNvPr id="156" name="Google Shape;156;p4"/>
          <p:cNvGrpSpPr/>
          <p:nvPr/>
        </p:nvGrpSpPr>
        <p:grpSpPr>
          <a:xfrm>
            <a:off x="-424944" y="-483721"/>
            <a:ext cx="10195318" cy="6485053"/>
            <a:chOff x="-424944" y="-483721"/>
            <a:chExt cx="10195318" cy="6485053"/>
          </a:xfrm>
        </p:grpSpPr>
        <p:grpSp>
          <p:nvGrpSpPr>
            <p:cNvPr id="157" name="Google Shape;157;p4"/>
            <p:cNvGrpSpPr/>
            <p:nvPr/>
          </p:nvGrpSpPr>
          <p:grpSpPr>
            <a:xfrm>
              <a:off x="-111202" y="-483721"/>
              <a:ext cx="1276332" cy="1118056"/>
              <a:chOff x="-140450" y="3235219"/>
              <a:chExt cx="755807" cy="662081"/>
            </a:xfrm>
          </p:grpSpPr>
          <p:sp>
            <p:nvSpPr>
              <p:cNvPr id="158" name="Google Shape;158;p4"/>
              <p:cNvSpPr/>
              <p:nvPr/>
            </p:nvSpPr>
            <p:spPr>
              <a:xfrm rot="10800000" flipH="1">
                <a:off x="-140450" y="3235219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-93450" y="3235363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-93450" y="3235350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1"/>
                  </a:gs>
                  <a:gs pos="19000">
                    <a:schemeClr val="accent2"/>
                  </a:gs>
                  <a:gs pos="100000">
                    <a:schemeClr val="accent5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 rot="-5680924">
              <a:off x="1988361" y="4835829"/>
              <a:ext cx="1199084" cy="1050250"/>
              <a:chOff x="-140450" y="3235219"/>
              <a:chExt cx="755807" cy="662081"/>
            </a:xfrm>
          </p:grpSpPr>
          <p:sp>
            <p:nvSpPr>
              <p:cNvPr id="162" name="Google Shape;162;p4"/>
              <p:cNvSpPr/>
              <p:nvPr/>
            </p:nvSpPr>
            <p:spPr>
              <a:xfrm rot="10800000" flipH="1">
                <a:off x="-140450" y="3235219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-93450" y="3235363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-93450" y="3235350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1"/>
                  </a:gs>
                  <a:gs pos="19000">
                    <a:schemeClr val="accent2"/>
                  </a:gs>
                  <a:gs pos="100000">
                    <a:schemeClr val="accent5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-424944" y="2693129"/>
              <a:ext cx="1590059" cy="2450916"/>
              <a:chOff x="-424944" y="2693129"/>
              <a:chExt cx="1590059" cy="2450916"/>
            </a:xfrm>
          </p:grpSpPr>
          <p:grpSp>
            <p:nvGrpSpPr>
              <p:cNvPr id="166" name="Google Shape;166;p4"/>
              <p:cNvGrpSpPr/>
              <p:nvPr/>
            </p:nvGrpSpPr>
            <p:grpSpPr>
              <a:xfrm flipH="1">
                <a:off x="-424944" y="3767478"/>
                <a:ext cx="1590059" cy="1376568"/>
                <a:chOff x="0" y="3178200"/>
                <a:chExt cx="1408004" cy="1219065"/>
              </a:xfrm>
            </p:grpSpPr>
            <p:grpSp>
              <p:nvGrpSpPr>
                <p:cNvPr id="167" name="Google Shape;167;p4"/>
                <p:cNvGrpSpPr/>
                <p:nvPr/>
              </p:nvGrpSpPr>
              <p:grpSpPr>
                <a:xfrm>
                  <a:off x="0" y="3178200"/>
                  <a:ext cx="1408004" cy="1219065"/>
                  <a:chOff x="-1479143" y="3104800"/>
                  <a:chExt cx="1213065" cy="1050375"/>
                </a:xfrm>
              </p:grpSpPr>
              <p:sp>
                <p:nvSpPr>
                  <p:cNvPr id="168" name="Google Shape;168;p4"/>
                  <p:cNvSpPr/>
                  <p:nvPr/>
                </p:nvSpPr>
                <p:spPr>
                  <a:xfrm rot="-5400000" flipH="1">
                    <a:off x="-1299459" y="3792590"/>
                    <a:ext cx="130728" cy="110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2" h="4155" extrusionOk="0">
                        <a:moveTo>
                          <a:pt x="4922" y="0"/>
                        </a:moveTo>
                        <a:cubicBezTo>
                          <a:pt x="3190" y="1271"/>
                          <a:pt x="1547" y="2658"/>
                          <a:pt x="1" y="4154"/>
                        </a:cubicBezTo>
                        <a:cubicBezTo>
                          <a:pt x="1562" y="2678"/>
                          <a:pt x="3205" y="1291"/>
                          <a:pt x="4922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chemeClr val="lt1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4"/>
                  <p:cNvSpPr/>
                  <p:nvPr/>
                </p:nvSpPr>
                <p:spPr>
                  <a:xfrm>
                    <a:off x="-1464730" y="3117126"/>
                    <a:ext cx="1185900" cy="102570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4"/>
                  <p:cNvSpPr/>
                  <p:nvPr/>
                </p:nvSpPr>
                <p:spPr>
                  <a:xfrm rot="-5400000" flipH="1">
                    <a:off x="-982305" y="3438920"/>
                    <a:ext cx="908113" cy="5243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91" h="19738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34190" y="197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chemeClr val="lt1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4"/>
                  <p:cNvSpPr/>
                  <p:nvPr/>
                </p:nvSpPr>
                <p:spPr>
                  <a:xfrm rot="-5400000" flipH="1">
                    <a:off x="-1617226" y="3242882"/>
                    <a:ext cx="1050342" cy="774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46" h="29028" extrusionOk="0">
                        <a:moveTo>
                          <a:pt x="39545" y="0"/>
                        </a:moveTo>
                        <a:lnTo>
                          <a:pt x="1" y="22833"/>
                        </a:lnTo>
                        <a:lnTo>
                          <a:pt x="2876" y="24496"/>
                        </a:lnTo>
                        <a:cubicBezTo>
                          <a:pt x="9288" y="27855"/>
                          <a:pt x="14703" y="29027"/>
                          <a:pt x="19140" y="29027"/>
                        </a:cubicBezTo>
                        <a:cubicBezTo>
                          <a:pt x="21929" y="29027"/>
                          <a:pt x="24332" y="28564"/>
                          <a:pt x="26352" y="27890"/>
                        </a:cubicBezTo>
                        <a:cubicBezTo>
                          <a:pt x="26275" y="27704"/>
                          <a:pt x="24779" y="24027"/>
                          <a:pt x="25829" y="18657"/>
                        </a:cubicBezTo>
                        <a:lnTo>
                          <a:pt x="25756" y="18657"/>
                        </a:lnTo>
                        <a:cubicBezTo>
                          <a:pt x="25756" y="13550"/>
                          <a:pt x="30235" y="8203"/>
                          <a:pt x="34086" y="4549"/>
                        </a:cubicBezTo>
                        <a:cubicBezTo>
                          <a:pt x="35632" y="3053"/>
                          <a:pt x="37275" y="1666"/>
                          <a:pt x="39007" y="395"/>
                        </a:cubicBezTo>
                        <a:cubicBezTo>
                          <a:pt x="39351" y="140"/>
                          <a:pt x="39545" y="0"/>
                          <a:pt x="3954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9000">
                        <a:schemeClr val="accent2"/>
                      </a:gs>
                      <a:gs pos="100000">
                        <a:schemeClr val="accent5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4"/>
                  <p:cNvSpPr/>
                  <p:nvPr/>
                </p:nvSpPr>
                <p:spPr>
                  <a:xfrm rot="-5400000" flipH="1">
                    <a:off x="-1159882" y="3469624"/>
                    <a:ext cx="366289" cy="1004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91" h="37472" extrusionOk="0">
                        <a:moveTo>
                          <a:pt x="13790" y="0"/>
                        </a:moveTo>
                        <a:cubicBezTo>
                          <a:pt x="13608" y="132"/>
                          <a:pt x="13430" y="264"/>
                          <a:pt x="13252" y="395"/>
                        </a:cubicBezTo>
                        <a:cubicBezTo>
                          <a:pt x="11535" y="1686"/>
                          <a:pt x="9892" y="3073"/>
                          <a:pt x="8331" y="4549"/>
                        </a:cubicBezTo>
                        <a:cubicBezTo>
                          <a:pt x="4480" y="8203"/>
                          <a:pt x="1" y="13550"/>
                          <a:pt x="1" y="18657"/>
                        </a:cubicBezTo>
                        <a:lnTo>
                          <a:pt x="74" y="18657"/>
                        </a:lnTo>
                        <a:cubicBezTo>
                          <a:pt x="109" y="18655"/>
                          <a:pt x="157" y="18655"/>
                          <a:pt x="216" y="18655"/>
                        </a:cubicBezTo>
                        <a:cubicBezTo>
                          <a:pt x="1184" y="18655"/>
                          <a:pt x="5224" y="18907"/>
                          <a:pt x="8672" y="22768"/>
                        </a:cubicBezTo>
                        <a:cubicBezTo>
                          <a:pt x="12221" y="25720"/>
                          <a:pt x="13430" y="32167"/>
                          <a:pt x="13790" y="37472"/>
                        </a:cubicBezTo>
                        <a:lnTo>
                          <a:pt x="1379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5"/>
                      </a:gs>
                      <a:gs pos="100000">
                        <a:schemeClr val="accent1"/>
                      </a:gs>
                    </a:gsLst>
                    <a:lin ang="1350003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4"/>
                  <p:cNvSpPr/>
                  <p:nvPr/>
                </p:nvSpPr>
                <p:spPr>
                  <a:xfrm rot="-5400000" flipH="1">
                    <a:off x="-1057243" y="3363983"/>
                    <a:ext cx="973982" cy="6083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71" h="22900" extrusionOk="0">
                        <a:moveTo>
                          <a:pt x="31548" y="1"/>
                        </a:moveTo>
                        <a:cubicBezTo>
                          <a:pt x="31548" y="1"/>
                          <a:pt x="28886" y="3321"/>
                          <a:pt x="23477" y="5127"/>
                        </a:cubicBezTo>
                        <a:cubicBezTo>
                          <a:pt x="21457" y="5801"/>
                          <a:pt x="19054" y="6264"/>
                          <a:pt x="16265" y="6264"/>
                        </a:cubicBezTo>
                        <a:cubicBezTo>
                          <a:pt x="11828" y="6264"/>
                          <a:pt x="6413" y="5092"/>
                          <a:pt x="1" y="1733"/>
                        </a:cubicBezTo>
                        <a:lnTo>
                          <a:pt x="1" y="1733"/>
                        </a:lnTo>
                        <a:lnTo>
                          <a:pt x="2481" y="3162"/>
                        </a:lnTo>
                        <a:lnTo>
                          <a:pt x="36670" y="22900"/>
                        </a:lnTo>
                        <a:lnTo>
                          <a:pt x="36670" y="14709"/>
                        </a:lnTo>
                        <a:cubicBezTo>
                          <a:pt x="36310" y="9404"/>
                          <a:pt x="35101" y="2957"/>
                          <a:pt x="31552" y="5"/>
                        </a:cubicBezTo>
                        <a:lnTo>
                          <a:pt x="31548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9000">
                        <a:schemeClr val="accent2"/>
                      </a:gs>
                      <a:gs pos="100000">
                        <a:schemeClr val="accent5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4" name="Google Shape;174;p4"/>
                <p:cNvSpPr/>
                <p:nvPr/>
              </p:nvSpPr>
              <p:spPr>
                <a:xfrm rot="-5400000" flipH="1">
                  <a:off x="568148" y="3946427"/>
                  <a:ext cx="300198" cy="28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8" h="9236" extrusionOk="0">
                      <a:moveTo>
                        <a:pt x="1192" y="1"/>
                      </a:moveTo>
                      <a:cubicBezTo>
                        <a:pt x="1133" y="1"/>
                        <a:pt x="1085" y="1"/>
                        <a:pt x="1050" y="3"/>
                      </a:cubicBezTo>
                      <a:cubicBezTo>
                        <a:pt x="0" y="5373"/>
                        <a:pt x="1496" y="9050"/>
                        <a:pt x="1573" y="9236"/>
                      </a:cubicBezTo>
                      <a:cubicBezTo>
                        <a:pt x="6978" y="7430"/>
                        <a:pt x="9644" y="4110"/>
                        <a:pt x="9644" y="4110"/>
                      </a:cubicBezTo>
                      <a:lnTo>
                        <a:pt x="9648" y="4114"/>
                      </a:lnTo>
                      <a:cubicBezTo>
                        <a:pt x="6200" y="253"/>
                        <a:pt x="2160" y="1"/>
                        <a:pt x="119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5" name="Google Shape;175;p4"/>
              <p:cNvGrpSpPr/>
              <p:nvPr/>
            </p:nvGrpSpPr>
            <p:grpSpPr>
              <a:xfrm rot="5400000">
                <a:off x="-742449" y="3050159"/>
                <a:ext cx="1454678" cy="740617"/>
                <a:chOff x="7625173" y="1168019"/>
                <a:chExt cx="758870" cy="386342"/>
              </a:xfrm>
            </p:grpSpPr>
            <p:sp>
              <p:nvSpPr>
                <p:cNvPr id="176" name="Google Shape;176;p4"/>
                <p:cNvSpPr/>
                <p:nvPr/>
              </p:nvSpPr>
              <p:spPr>
                <a:xfrm rot="5400000" flipH="1">
                  <a:off x="7623111" y="1170081"/>
                  <a:ext cx="386342" cy="382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6" h="14388" extrusionOk="0">
                      <a:moveTo>
                        <a:pt x="5010" y="1"/>
                      </a:moveTo>
                      <a:cubicBezTo>
                        <a:pt x="4580" y="75"/>
                        <a:pt x="4146" y="133"/>
                        <a:pt x="3704" y="171"/>
                      </a:cubicBezTo>
                      <a:cubicBezTo>
                        <a:pt x="3280" y="207"/>
                        <a:pt x="2855" y="225"/>
                        <a:pt x="2430" y="225"/>
                      </a:cubicBezTo>
                      <a:cubicBezTo>
                        <a:pt x="1617" y="225"/>
                        <a:pt x="805" y="159"/>
                        <a:pt x="0" y="24"/>
                      </a:cubicBezTo>
                      <a:lnTo>
                        <a:pt x="0" y="14387"/>
                      </a:lnTo>
                      <a:lnTo>
                        <a:pt x="14546" y="5991"/>
                      </a:lnTo>
                      <a:cubicBezTo>
                        <a:pt x="12271" y="2826"/>
                        <a:pt x="8846" y="675"/>
                        <a:pt x="50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4"/>
                <p:cNvSpPr/>
                <p:nvPr/>
              </p:nvSpPr>
              <p:spPr>
                <a:xfrm rot="5400000" flipH="1">
                  <a:off x="7996907" y="1167175"/>
                  <a:ext cx="386236" cy="388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2" h="14607" extrusionOk="0">
                      <a:moveTo>
                        <a:pt x="0" y="0"/>
                      </a:moveTo>
                      <a:lnTo>
                        <a:pt x="0" y="14406"/>
                      </a:lnTo>
                      <a:cubicBezTo>
                        <a:pt x="810" y="14539"/>
                        <a:pt x="1628" y="14607"/>
                        <a:pt x="2446" y="14607"/>
                      </a:cubicBezTo>
                      <a:cubicBezTo>
                        <a:pt x="2866" y="14607"/>
                        <a:pt x="3286" y="14589"/>
                        <a:pt x="3704" y="14553"/>
                      </a:cubicBezTo>
                      <a:cubicBezTo>
                        <a:pt x="4146" y="14515"/>
                        <a:pt x="4580" y="14457"/>
                        <a:pt x="5010" y="14383"/>
                      </a:cubicBezTo>
                      <a:cubicBezTo>
                        <a:pt x="8850" y="13717"/>
                        <a:pt x="12275" y="11566"/>
                        <a:pt x="14542" y="839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8" name="Google Shape;178;p4"/>
            <p:cNvGrpSpPr/>
            <p:nvPr/>
          </p:nvGrpSpPr>
          <p:grpSpPr>
            <a:xfrm>
              <a:off x="8169024" y="2014077"/>
              <a:ext cx="1601350" cy="3380176"/>
              <a:chOff x="8169024" y="2014077"/>
              <a:chExt cx="1601350" cy="3380176"/>
            </a:xfrm>
          </p:grpSpPr>
          <p:grpSp>
            <p:nvGrpSpPr>
              <p:cNvPr id="179" name="Google Shape;179;p4"/>
              <p:cNvGrpSpPr/>
              <p:nvPr/>
            </p:nvGrpSpPr>
            <p:grpSpPr>
              <a:xfrm>
                <a:off x="8169024" y="3285686"/>
                <a:ext cx="1570134" cy="2108567"/>
                <a:chOff x="8386081" y="3820706"/>
                <a:chExt cx="1144913" cy="1537753"/>
              </a:xfrm>
            </p:grpSpPr>
            <p:grpSp>
              <p:nvGrpSpPr>
                <p:cNvPr id="180" name="Google Shape;180;p4"/>
                <p:cNvGrpSpPr/>
                <p:nvPr/>
              </p:nvGrpSpPr>
              <p:grpSpPr>
                <a:xfrm>
                  <a:off x="8386081" y="4475081"/>
                  <a:ext cx="769613" cy="883378"/>
                  <a:chOff x="6646350" y="4133672"/>
                  <a:chExt cx="827363" cy="949664"/>
                </a:xfrm>
              </p:grpSpPr>
              <p:sp>
                <p:nvSpPr>
                  <p:cNvPr id="181" name="Google Shape;181;p4"/>
                  <p:cNvSpPr/>
                  <p:nvPr/>
                </p:nvSpPr>
                <p:spPr>
                  <a:xfrm>
                    <a:off x="6646350" y="4138400"/>
                    <a:ext cx="823250" cy="94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30" h="37744" extrusionOk="0">
                        <a:moveTo>
                          <a:pt x="0" y="28280"/>
                        </a:moveTo>
                        <a:lnTo>
                          <a:pt x="16643" y="37744"/>
                        </a:lnTo>
                        <a:lnTo>
                          <a:pt x="32756" y="28332"/>
                        </a:lnTo>
                        <a:lnTo>
                          <a:pt x="32930" y="9335"/>
                        </a:lnTo>
                        <a:lnTo>
                          <a:pt x="16643" y="0"/>
                        </a:lnTo>
                        <a:lnTo>
                          <a:pt x="260" y="947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</p:sp>
              <p:sp>
                <p:nvSpPr>
                  <p:cNvPr id="182" name="Google Shape;182;p4"/>
                  <p:cNvSpPr/>
                  <p:nvPr/>
                </p:nvSpPr>
                <p:spPr>
                  <a:xfrm>
                    <a:off x="7051875" y="4371800"/>
                    <a:ext cx="420875" cy="475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35" h="19021" extrusionOk="0">
                        <a:moveTo>
                          <a:pt x="0" y="9758"/>
                        </a:moveTo>
                        <a:lnTo>
                          <a:pt x="16645" y="19021"/>
                        </a:lnTo>
                        <a:lnTo>
                          <a:pt x="168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5"/>
                      </a:gs>
                      <a:gs pos="100000">
                        <a:schemeClr val="accent6"/>
                      </a:gs>
                    </a:gsLst>
                    <a:lin ang="0" scaled="0"/>
                  </a:gradFill>
                  <a:ln>
                    <a:noFill/>
                  </a:ln>
                </p:spPr>
              </p:sp>
              <p:sp>
                <p:nvSpPr>
                  <p:cNvPr id="183" name="Google Shape;183;p4"/>
                  <p:cNvSpPr/>
                  <p:nvPr/>
                </p:nvSpPr>
                <p:spPr>
                  <a:xfrm rot="10800000" flipH="1">
                    <a:off x="6646357" y="4372583"/>
                    <a:ext cx="413947" cy="710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82" h="22462" extrusionOk="0">
                        <a:moveTo>
                          <a:pt x="13081" y="14910"/>
                        </a:moveTo>
                        <a:lnTo>
                          <a:pt x="13081" y="0"/>
                        </a:lnTo>
                        <a:lnTo>
                          <a:pt x="13066" y="8"/>
                        </a:lnTo>
                        <a:lnTo>
                          <a:pt x="1" y="7552"/>
                        </a:lnTo>
                        <a:lnTo>
                          <a:pt x="1" y="7552"/>
                        </a:lnTo>
                        <a:lnTo>
                          <a:pt x="1" y="22457"/>
                        </a:lnTo>
                        <a:lnTo>
                          <a:pt x="5" y="224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6"/>
                      </a:gs>
                      <a:gs pos="100000">
                        <a:schemeClr val="accent4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" name="Google Shape;184;p4"/>
                  <p:cNvSpPr/>
                  <p:nvPr/>
                </p:nvSpPr>
                <p:spPr>
                  <a:xfrm rot="10800000" flipH="1">
                    <a:off x="7060253" y="4610946"/>
                    <a:ext cx="409169" cy="4723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1" h="14929" extrusionOk="0">
                        <a:moveTo>
                          <a:pt x="0" y="0"/>
                        </a:moveTo>
                        <a:lnTo>
                          <a:pt x="0" y="14910"/>
                        </a:lnTo>
                        <a:lnTo>
                          <a:pt x="0" y="14929"/>
                        </a:lnTo>
                        <a:lnTo>
                          <a:pt x="0" y="14929"/>
                        </a:lnTo>
                        <a:lnTo>
                          <a:pt x="16" y="14921"/>
                        </a:lnTo>
                        <a:lnTo>
                          <a:pt x="12930" y="746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4"/>
                      </a:gs>
                      <a:gs pos="100000">
                        <a:schemeClr val="accent6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" name="Google Shape;185;p4"/>
                  <p:cNvSpPr/>
                  <p:nvPr/>
                </p:nvSpPr>
                <p:spPr>
                  <a:xfrm rot="10800000" flipH="1">
                    <a:off x="6646483" y="4133672"/>
                    <a:ext cx="827230" cy="4779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43" h="15104" extrusionOk="0">
                        <a:moveTo>
                          <a:pt x="26143" y="7564"/>
                        </a:moveTo>
                        <a:lnTo>
                          <a:pt x="13077" y="20"/>
                        </a:lnTo>
                        <a:lnTo>
                          <a:pt x="13077" y="20"/>
                        </a:lnTo>
                        <a:lnTo>
                          <a:pt x="13077" y="1"/>
                        </a:lnTo>
                        <a:lnTo>
                          <a:pt x="1" y="7552"/>
                        </a:lnTo>
                        <a:lnTo>
                          <a:pt x="12" y="7556"/>
                        </a:lnTo>
                        <a:lnTo>
                          <a:pt x="13077" y="15100"/>
                        </a:lnTo>
                        <a:lnTo>
                          <a:pt x="13077" y="1510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4"/>
                      </a:gs>
                      <a:gs pos="100000">
                        <a:schemeClr val="accent6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6" name="Google Shape;186;p4"/>
                <p:cNvGrpSpPr/>
                <p:nvPr/>
              </p:nvGrpSpPr>
              <p:grpSpPr>
                <a:xfrm>
                  <a:off x="8761381" y="3820706"/>
                  <a:ext cx="769613" cy="883378"/>
                  <a:chOff x="6646350" y="4133672"/>
                  <a:chExt cx="827363" cy="949664"/>
                </a:xfrm>
              </p:grpSpPr>
              <p:sp>
                <p:nvSpPr>
                  <p:cNvPr id="187" name="Google Shape;187;p4"/>
                  <p:cNvSpPr/>
                  <p:nvPr/>
                </p:nvSpPr>
                <p:spPr>
                  <a:xfrm>
                    <a:off x="6646350" y="4138400"/>
                    <a:ext cx="823250" cy="94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30" h="37744" extrusionOk="0">
                        <a:moveTo>
                          <a:pt x="0" y="28280"/>
                        </a:moveTo>
                        <a:lnTo>
                          <a:pt x="16643" y="37744"/>
                        </a:lnTo>
                        <a:lnTo>
                          <a:pt x="32756" y="28332"/>
                        </a:lnTo>
                        <a:lnTo>
                          <a:pt x="32930" y="9335"/>
                        </a:lnTo>
                        <a:lnTo>
                          <a:pt x="16643" y="0"/>
                        </a:lnTo>
                        <a:lnTo>
                          <a:pt x="260" y="947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</p:sp>
              <p:sp>
                <p:nvSpPr>
                  <p:cNvPr id="188" name="Google Shape;188;p4"/>
                  <p:cNvSpPr/>
                  <p:nvPr/>
                </p:nvSpPr>
                <p:spPr>
                  <a:xfrm>
                    <a:off x="7051875" y="4371800"/>
                    <a:ext cx="420875" cy="475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35" h="19021" extrusionOk="0">
                        <a:moveTo>
                          <a:pt x="0" y="9758"/>
                        </a:moveTo>
                        <a:lnTo>
                          <a:pt x="16645" y="19021"/>
                        </a:lnTo>
                        <a:lnTo>
                          <a:pt x="168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5"/>
                      </a:gs>
                      <a:gs pos="100000">
                        <a:schemeClr val="accent6"/>
                      </a:gs>
                    </a:gsLst>
                    <a:lin ang="0" scaled="0"/>
                  </a:gradFill>
                  <a:ln>
                    <a:noFill/>
                  </a:ln>
                </p:spPr>
              </p:sp>
              <p:sp>
                <p:nvSpPr>
                  <p:cNvPr id="189" name="Google Shape;189;p4"/>
                  <p:cNvSpPr/>
                  <p:nvPr/>
                </p:nvSpPr>
                <p:spPr>
                  <a:xfrm rot="10800000" flipH="1">
                    <a:off x="6646357" y="4372583"/>
                    <a:ext cx="413947" cy="710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82" h="22462" extrusionOk="0">
                        <a:moveTo>
                          <a:pt x="13081" y="14910"/>
                        </a:moveTo>
                        <a:lnTo>
                          <a:pt x="13081" y="0"/>
                        </a:lnTo>
                        <a:lnTo>
                          <a:pt x="13066" y="8"/>
                        </a:lnTo>
                        <a:lnTo>
                          <a:pt x="1" y="7552"/>
                        </a:lnTo>
                        <a:lnTo>
                          <a:pt x="1" y="7552"/>
                        </a:lnTo>
                        <a:lnTo>
                          <a:pt x="1" y="22457"/>
                        </a:lnTo>
                        <a:lnTo>
                          <a:pt x="5" y="224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6"/>
                      </a:gs>
                      <a:gs pos="100000">
                        <a:schemeClr val="accent4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" name="Google Shape;190;p4"/>
                  <p:cNvSpPr/>
                  <p:nvPr/>
                </p:nvSpPr>
                <p:spPr>
                  <a:xfrm rot="10800000" flipH="1">
                    <a:off x="7060253" y="4610946"/>
                    <a:ext cx="409169" cy="4723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1" h="14929" extrusionOk="0">
                        <a:moveTo>
                          <a:pt x="0" y="0"/>
                        </a:moveTo>
                        <a:lnTo>
                          <a:pt x="0" y="14910"/>
                        </a:lnTo>
                        <a:lnTo>
                          <a:pt x="0" y="14929"/>
                        </a:lnTo>
                        <a:lnTo>
                          <a:pt x="0" y="14929"/>
                        </a:lnTo>
                        <a:lnTo>
                          <a:pt x="16" y="14921"/>
                        </a:lnTo>
                        <a:lnTo>
                          <a:pt x="12930" y="746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4"/>
                      </a:gs>
                      <a:gs pos="100000">
                        <a:schemeClr val="accent6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" name="Google Shape;191;p4"/>
                  <p:cNvSpPr/>
                  <p:nvPr/>
                </p:nvSpPr>
                <p:spPr>
                  <a:xfrm rot="10800000" flipH="1">
                    <a:off x="6646483" y="4133672"/>
                    <a:ext cx="827230" cy="4779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43" h="15104" extrusionOk="0">
                        <a:moveTo>
                          <a:pt x="26143" y="7564"/>
                        </a:moveTo>
                        <a:lnTo>
                          <a:pt x="13077" y="20"/>
                        </a:lnTo>
                        <a:lnTo>
                          <a:pt x="13077" y="20"/>
                        </a:lnTo>
                        <a:lnTo>
                          <a:pt x="13077" y="1"/>
                        </a:lnTo>
                        <a:lnTo>
                          <a:pt x="1" y="7552"/>
                        </a:lnTo>
                        <a:lnTo>
                          <a:pt x="12" y="7556"/>
                        </a:lnTo>
                        <a:lnTo>
                          <a:pt x="13077" y="15100"/>
                        </a:lnTo>
                        <a:lnTo>
                          <a:pt x="13077" y="1510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4"/>
                      </a:gs>
                      <a:gs pos="100000">
                        <a:schemeClr val="accent6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92" name="Google Shape;192;p4"/>
              <p:cNvGrpSpPr/>
              <p:nvPr/>
            </p:nvGrpSpPr>
            <p:grpSpPr>
              <a:xfrm flipH="1">
                <a:off x="8662452" y="2014077"/>
                <a:ext cx="1107922" cy="1271601"/>
                <a:chOff x="6646350" y="4133672"/>
                <a:chExt cx="827363" cy="949664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7051875" y="4371800"/>
                  <a:ext cx="420875" cy="47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70000">
                      <a:schemeClr val="accent1"/>
                    </a:gs>
                    <a:gs pos="100000">
                      <a:srgbClr val="808E80"/>
                    </a:gs>
                  </a:gsLst>
                  <a:lin ang="0" scaled="0"/>
                </a:gradFill>
                <a:ln>
                  <a:noFill/>
                </a:ln>
              </p:spPr>
            </p:sp>
            <p:sp>
              <p:nvSpPr>
                <p:cNvPr id="195" name="Google Shape;195;p4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46000">
                      <a:schemeClr val="accent5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4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8" name="Google Shape;198;p4"/>
            <p:cNvGrpSpPr/>
            <p:nvPr/>
          </p:nvGrpSpPr>
          <p:grpSpPr>
            <a:xfrm>
              <a:off x="7651625" y="-330056"/>
              <a:ext cx="1174206" cy="1347771"/>
              <a:chOff x="7651625" y="-330056"/>
              <a:chExt cx="1174206" cy="1347771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7651625" y="-323339"/>
                <a:ext cx="1168356" cy="1339157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00" name="Google Shape;200;p4"/>
              <p:cNvSpPr/>
              <p:nvPr/>
            </p:nvSpPr>
            <p:spPr>
              <a:xfrm rot="10800000" flipH="1">
                <a:off x="7651634" y="9003"/>
                <a:ext cx="587480" cy="1008712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 rot="10800000" flipH="1">
                <a:off x="8239036" y="347291"/>
                <a:ext cx="580699" cy="670424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 rot="10800000" flipH="1">
                <a:off x="7651814" y="-330056"/>
                <a:ext cx="1174017" cy="678283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8227146" y="7903"/>
                <a:ext cx="597306" cy="67486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"/>
          <p:cNvSpPr txBox="1">
            <a:spLocks noGrp="1"/>
          </p:cNvSpPr>
          <p:nvPr>
            <p:ph type="body" idx="1"/>
          </p:nvPr>
        </p:nvSpPr>
        <p:spPr>
          <a:xfrm>
            <a:off x="854850" y="1430375"/>
            <a:ext cx="4608600" cy="25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Char char="■"/>
              <a:defRPr sz="1400"/>
            </a:lvl9pPr>
          </a:lstStyle>
          <a:p>
            <a:endParaRPr/>
          </a:p>
        </p:txBody>
      </p:sp>
      <p:sp>
        <p:nvSpPr>
          <p:cNvPr id="317" name="Google Shape;31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18" name="Google Shape;318;p7"/>
          <p:cNvGrpSpPr/>
          <p:nvPr/>
        </p:nvGrpSpPr>
        <p:grpSpPr>
          <a:xfrm>
            <a:off x="-683518" y="-1100388"/>
            <a:ext cx="10284299" cy="7058274"/>
            <a:chOff x="-683518" y="-1100388"/>
            <a:chExt cx="10284299" cy="7058274"/>
          </a:xfrm>
        </p:grpSpPr>
        <p:sp>
          <p:nvSpPr>
            <p:cNvPr id="319" name="Google Shape;319;p7"/>
            <p:cNvSpPr/>
            <p:nvPr/>
          </p:nvSpPr>
          <p:spPr>
            <a:xfrm flipH="1">
              <a:off x="7216565" y="3807705"/>
              <a:ext cx="1156831" cy="1325758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20" name="Google Shape;320;p7"/>
            <p:cNvSpPr/>
            <p:nvPr/>
          </p:nvSpPr>
          <p:spPr>
            <a:xfrm flipH="1">
              <a:off x="7212148" y="4135641"/>
              <a:ext cx="591414" cy="668113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21" name="Google Shape;321;p7"/>
            <p:cNvSpPr/>
            <p:nvPr/>
          </p:nvSpPr>
          <p:spPr>
            <a:xfrm rot="10800000">
              <a:off x="7791695" y="4136771"/>
              <a:ext cx="581691" cy="99860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 rot="10800000">
              <a:off x="7216812" y="4471669"/>
              <a:ext cx="574977" cy="663706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 rot="10800000">
              <a:off x="7210760" y="3801083"/>
              <a:ext cx="1162448" cy="671486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" name="Google Shape;324;p7"/>
            <p:cNvGrpSpPr/>
            <p:nvPr/>
          </p:nvGrpSpPr>
          <p:grpSpPr>
            <a:xfrm>
              <a:off x="8472755" y="-214612"/>
              <a:ext cx="1128026" cy="1294592"/>
              <a:chOff x="7699256" y="390244"/>
              <a:chExt cx="850634" cy="976240"/>
            </a:xfrm>
          </p:grpSpPr>
          <p:sp>
            <p:nvSpPr>
              <p:cNvPr id="325" name="Google Shape;325;p7"/>
              <p:cNvSpPr/>
              <p:nvPr/>
            </p:nvSpPr>
            <p:spPr>
              <a:xfrm flipH="1">
                <a:off x="7703507" y="395089"/>
                <a:ext cx="846383" cy="970021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26" name="Google Shape;326;p7"/>
              <p:cNvSpPr/>
              <p:nvPr/>
            </p:nvSpPr>
            <p:spPr>
              <a:xfrm flipH="1">
                <a:off x="7700268" y="635024"/>
                <a:ext cx="432702" cy="488840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327" name="Google Shape;327;p7"/>
              <p:cNvSpPr/>
              <p:nvPr/>
            </p:nvSpPr>
            <p:spPr>
              <a:xfrm rot="10800000">
                <a:off x="8124293" y="635851"/>
                <a:ext cx="425590" cy="730633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 rot="10800000">
                <a:off x="7703679" y="880881"/>
                <a:ext cx="420678" cy="485603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 rot="10800000">
                <a:off x="7699256" y="390244"/>
                <a:ext cx="850497" cy="491295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 rot="10800000">
              <a:off x="1053123" y="4608500"/>
              <a:ext cx="1540260" cy="1349387"/>
              <a:chOff x="5284025" y="550294"/>
              <a:chExt cx="755807" cy="662081"/>
            </a:xfrm>
          </p:grpSpPr>
          <p:sp>
            <p:nvSpPr>
              <p:cNvPr id="331" name="Google Shape;331;p7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7"/>
            <p:cNvGrpSpPr/>
            <p:nvPr/>
          </p:nvGrpSpPr>
          <p:grpSpPr>
            <a:xfrm>
              <a:off x="-62696" y="1998004"/>
              <a:ext cx="831434" cy="1635406"/>
              <a:chOff x="-182192" y="1088108"/>
              <a:chExt cx="897295" cy="1764953"/>
            </a:xfrm>
          </p:grpSpPr>
          <p:sp>
            <p:nvSpPr>
              <p:cNvPr id="335" name="Google Shape;335;p7"/>
              <p:cNvSpPr/>
              <p:nvPr/>
            </p:nvSpPr>
            <p:spPr>
              <a:xfrm flipH="1">
                <a:off x="-182192" y="1088108"/>
                <a:ext cx="897295" cy="887349"/>
              </a:xfrm>
              <a:custGeom>
                <a:avLst/>
                <a:gdLst/>
                <a:ahLst/>
                <a:cxnLst/>
                <a:rect l="l" t="t" r="r" b="b"/>
                <a:pathLst>
                  <a:path w="14547" h="14384" extrusionOk="0">
                    <a:moveTo>
                      <a:pt x="14546" y="1"/>
                    </a:moveTo>
                    <a:lnTo>
                      <a:pt x="1" y="8397"/>
                    </a:lnTo>
                    <a:cubicBezTo>
                      <a:pt x="2271" y="11563"/>
                      <a:pt x="5697" y="13713"/>
                      <a:pt x="9536" y="14383"/>
                    </a:cubicBezTo>
                    <a:cubicBezTo>
                      <a:pt x="10377" y="14236"/>
                      <a:pt x="11231" y="14163"/>
                      <a:pt x="12085" y="14163"/>
                    </a:cubicBezTo>
                    <a:cubicBezTo>
                      <a:pt x="12509" y="14163"/>
                      <a:pt x="12933" y="14181"/>
                      <a:pt x="13357" y="14217"/>
                    </a:cubicBezTo>
                    <a:cubicBezTo>
                      <a:pt x="13760" y="14252"/>
                      <a:pt x="14155" y="14302"/>
                      <a:pt x="14546" y="14364"/>
                    </a:cubicBezTo>
                    <a:lnTo>
                      <a:pt x="14546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 flipH="1">
                <a:off x="-182192" y="1951832"/>
                <a:ext cx="897295" cy="901229"/>
              </a:xfrm>
              <a:custGeom>
                <a:avLst/>
                <a:gdLst/>
                <a:ahLst/>
                <a:cxnLst/>
                <a:rect l="l" t="t" r="r" b="b"/>
                <a:pathLst>
                  <a:path w="14547" h="14609" extrusionOk="0">
                    <a:moveTo>
                      <a:pt x="12081" y="1"/>
                    </a:moveTo>
                    <a:cubicBezTo>
                      <a:pt x="7315" y="1"/>
                      <a:pt x="2805" y="2294"/>
                      <a:pt x="1" y="6209"/>
                    </a:cubicBezTo>
                    <a:lnTo>
                      <a:pt x="14546" y="14609"/>
                    </a:lnTo>
                    <a:lnTo>
                      <a:pt x="14546" y="203"/>
                    </a:lnTo>
                    <a:cubicBezTo>
                      <a:pt x="14155" y="141"/>
                      <a:pt x="13760" y="91"/>
                      <a:pt x="13357" y="56"/>
                    </a:cubicBezTo>
                    <a:cubicBezTo>
                      <a:pt x="12930" y="19"/>
                      <a:pt x="12505" y="1"/>
                      <a:pt x="120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7"/>
            <p:cNvGrpSpPr/>
            <p:nvPr/>
          </p:nvGrpSpPr>
          <p:grpSpPr>
            <a:xfrm rot="3411271" flipH="1">
              <a:off x="-434641" y="3676535"/>
              <a:ext cx="1832473" cy="1586339"/>
              <a:chOff x="0" y="3178200"/>
              <a:chExt cx="1408004" cy="1219065"/>
            </a:xfrm>
          </p:grpSpPr>
          <p:grpSp>
            <p:nvGrpSpPr>
              <p:cNvPr id="338" name="Google Shape;338;p7"/>
              <p:cNvGrpSpPr/>
              <p:nvPr/>
            </p:nvGrpSpPr>
            <p:grpSpPr>
              <a:xfrm>
                <a:off x="0" y="3178200"/>
                <a:ext cx="1408004" cy="1219065"/>
                <a:chOff x="-1479143" y="3104800"/>
                <a:chExt cx="1213065" cy="1050375"/>
              </a:xfrm>
            </p:grpSpPr>
            <p:sp>
              <p:nvSpPr>
                <p:cNvPr id="339" name="Google Shape;339;p7"/>
                <p:cNvSpPr/>
                <p:nvPr/>
              </p:nvSpPr>
              <p:spPr>
                <a:xfrm rot="-5400000" flipH="1">
                  <a:off x="-1299459" y="3792590"/>
                  <a:ext cx="130728" cy="11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2" h="4155" extrusionOk="0">
                      <a:moveTo>
                        <a:pt x="4922" y="0"/>
                      </a:moveTo>
                      <a:cubicBezTo>
                        <a:pt x="3190" y="1271"/>
                        <a:pt x="1547" y="2658"/>
                        <a:pt x="1" y="4154"/>
                      </a:cubicBezTo>
                      <a:cubicBezTo>
                        <a:pt x="1562" y="2678"/>
                        <a:pt x="3205" y="1291"/>
                        <a:pt x="49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7"/>
                <p:cNvSpPr/>
                <p:nvPr/>
              </p:nvSpPr>
              <p:spPr>
                <a:xfrm>
                  <a:off x="-1464730" y="3117126"/>
                  <a:ext cx="1185900" cy="1025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7"/>
                <p:cNvSpPr/>
                <p:nvPr/>
              </p:nvSpPr>
              <p:spPr>
                <a:xfrm rot="-5400000" flipH="1">
                  <a:off x="-982305" y="3438920"/>
                  <a:ext cx="908113" cy="52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91" h="19738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34190" y="197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7"/>
                <p:cNvSpPr/>
                <p:nvPr/>
              </p:nvSpPr>
              <p:spPr>
                <a:xfrm rot="-5400000" flipH="1">
                  <a:off x="-1617226" y="3242882"/>
                  <a:ext cx="1050342" cy="774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6" h="29028" extrusionOk="0">
                      <a:moveTo>
                        <a:pt x="39545" y="0"/>
                      </a:moveTo>
                      <a:lnTo>
                        <a:pt x="1" y="22833"/>
                      </a:lnTo>
                      <a:lnTo>
                        <a:pt x="2876" y="24496"/>
                      </a:lnTo>
                      <a:cubicBezTo>
                        <a:pt x="9288" y="27855"/>
                        <a:pt x="14703" y="29027"/>
                        <a:pt x="19140" y="29027"/>
                      </a:cubicBezTo>
                      <a:cubicBezTo>
                        <a:pt x="21929" y="29027"/>
                        <a:pt x="24332" y="28564"/>
                        <a:pt x="26352" y="27890"/>
                      </a:cubicBezTo>
                      <a:cubicBezTo>
                        <a:pt x="26275" y="27704"/>
                        <a:pt x="24779" y="24027"/>
                        <a:pt x="25829" y="18657"/>
                      </a:cubicBezTo>
                      <a:lnTo>
                        <a:pt x="25756" y="18657"/>
                      </a:lnTo>
                      <a:cubicBezTo>
                        <a:pt x="25756" y="13550"/>
                        <a:pt x="30235" y="8203"/>
                        <a:pt x="34086" y="4549"/>
                      </a:cubicBezTo>
                      <a:cubicBezTo>
                        <a:pt x="35632" y="3053"/>
                        <a:pt x="37275" y="1666"/>
                        <a:pt x="39007" y="395"/>
                      </a:cubicBezTo>
                      <a:cubicBezTo>
                        <a:pt x="39351" y="140"/>
                        <a:pt x="39545" y="0"/>
                        <a:pt x="3954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43;p7"/>
                <p:cNvSpPr/>
                <p:nvPr/>
              </p:nvSpPr>
              <p:spPr>
                <a:xfrm rot="-5400000" flipH="1">
                  <a:off x="-1159882" y="3469624"/>
                  <a:ext cx="366289" cy="100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1" h="37472" extrusionOk="0">
                      <a:moveTo>
                        <a:pt x="13790" y="0"/>
                      </a:moveTo>
                      <a:cubicBezTo>
                        <a:pt x="13608" y="132"/>
                        <a:pt x="13430" y="264"/>
                        <a:pt x="13252" y="395"/>
                      </a:cubicBezTo>
                      <a:cubicBezTo>
                        <a:pt x="11535" y="1686"/>
                        <a:pt x="9892" y="3073"/>
                        <a:pt x="8331" y="4549"/>
                      </a:cubicBezTo>
                      <a:cubicBezTo>
                        <a:pt x="4480" y="8203"/>
                        <a:pt x="1" y="13550"/>
                        <a:pt x="1" y="18657"/>
                      </a:cubicBezTo>
                      <a:lnTo>
                        <a:pt x="74" y="18657"/>
                      </a:lnTo>
                      <a:cubicBezTo>
                        <a:pt x="109" y="18655"/>
                        <a:pt x="157" y="18655"/>
                        <a:pt x="216" y="18655"/>
                      </a:cubicBezTo>
                      <a:cubicBezTo>
                        <a:pt x="1184" y="18655"/>
                        <a:pt x="5224" y="18907"/>
                        <a:pt x="8672" y="22768"/>
                      </a:cubicBezTo>
                      <a:cubicBezTo>
                        <a:pt x="12221" y="25720"/>
                        <a:pt x="13430" y="32167"/>
                        <a:pt x="13790" y="37472"/>
                      </a:cubicBezTo>
                      <a:lnTo>
                        <a:pt x="1379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7"/>
                <p:cNvSpPr/>
                <p:nvPr/>
              </p:nvSpPr>
              <p:spPr>
                <a:xfrm rot="-5400000" flipH="1">
                  <a:off x="-1057243" y="3363983"/>
                  <a:ext cx="973982" cy="608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" h="22900" extrusionOk="0">
                      <a:moveTo>
                        <a:pt x="31548" y="1"/>
                      </a:moveTo>
                      <a:cubicBezTo>
                        <a:pt x="31548" y="1"/>
                        <a:pt x="28886" y="3321"/>
                        <a:pt x="23477" y="5127"/>
                      </a:cubicBezTo>
                      <a:cubicBezTo>
                        <a:pt x="21457" y="5801"/>
                        <a:pt x="19054" y="6264"/>
                        <a:pt x="16265" y="6264"/>
                      </a:cubicBezTo>
                      <a:cubicBezTo>
                        <a:pt x="11828" y="6264"/>
                        <a:pt x="6413" y="5092"/>
                        <a:pt x="1" y="1733"/>
                      </a:cubicBezTo>
                      <a:lnTo>
                        <a:pt x="1" y="1733"/>
                      </a:lnTo>
                      <a:lnTo>
                        <a:pt x="2481" y="3162"/>
                      </a:lnTo>
                      <a:lnTo>
                        <a:pt x="36670" y="22900"/>
                      </a:lnTo>
                      <a:lnTo>
                        <a:pt x="36670" y="14709"/>
                      </a:lnTo>
                      <a:cubicBezTo>
                        <a:pt x="36310" y="9404"/>
                        <a:pt x="35101" y="2957"/>
                        <a:pt x="31552" y="5"/>
                      </a:cubicBezTo>
                      <a:lnTo>
                        <a:pt x="31548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5" name="Google Shape;345;p7"/>
              <p:cNvSpPr/>
              <p:nvPr/>
            </p:nvSpPr>
            <p:spPr>
              <a:xfrm rot="-5400000" flipH="1">
                <a:off x="568148" y="3946427"/>
                <a:ext cx="300198" cy="287494"/>
              </a:xfrm>
              <a:custGeom>
                <a:avLst/>
                <a:gdLst/>
                <a:ahLst/>
                <a:cxnLst/>
                <a:rect l="l" t="t" r="r" b="b"/>
                <a:pathLst>
                  <a:path w="9648" h="9236" extrusionOk="0">
                    <a:moveTo>
                      <a:pt x="1192" y="1"/>
                    </a:moveTo>
                    <a:cubicBezTo>
                      <a:pt x="1133" y="1"/>
                      <a:pt x="1085" y="1"/>
                      <a:pt x="1050" y="3"/>
                    </a:cubicBezTo>
                    <a:cubicBezTo>
                      <a:pt x="0" y="5373"/>
                      <a:pt x="1496" y="9050"/>
                      <a:pt x="1573" y="9236"/>
                    </a:cubicBezTo>
                    <a:cubicBezTo>
                      <a:pt x="6978" y="7430"/>
                      <a:pt x="9644" y="4110"/>
                      <a:pt x="9644" y="4110"/>
                    </a:cubicBezTo>
                    <a:lnTo>
                      <a:pt x="9648" y="4114"/>
                    </a:lnTo>
                    <a:cubicBezTo>
                      <a:pt x="6200" y="253"/>
                      <a:pt x="2160" y="1"/>
                      <a:pt x="11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" name="Google Shape;346;p7"/>
            <p:cNvGrpSpPr/>
            <p:nvPr/>
          </p:nvGrpSpPr>
          <p:grpSpPr>
            <a:xfrm flipH="1">
              <a:off x="-300549" y="-1100388"/>
              <a:ext cx="1888978" cy="1635376"/>
              <a:chOff x="0" y="3178200"/>
              <a:chExt cx="1408004" cy="1219065"/>
            </a:xfrm>
          </p:grpSpPr>
          <p:grpSp>
            <p:nvGrpSpPr>
              <p:cNvPr id="347" name="Google Shape;347;p7"/>
              <p:cNvGrpSpPr/>
              <p:nvPr/>
            </p:nvGrpSpPr>
            <p:grpSpPr>
              <a:xfrm>
                <a:off x="0" y="3178200"/>
                <a:ext cx="1408004" cy="1219065"/>
                <a:chOff x="-1479143" y="3104800"/>
                <a:chExt cx="1213065" cy="1050375"/>
              </a:xfrm>
            </p:grpSpPr>
            <p:sp>
              <p:nvSpPr>
                <p:cNvPr id="348" name="Google Shape;348;p7"/>
                <p:cNvSpPr/>
                <p:nvPr/>
              </p:nvSpPr>
              <p:spPr>
                <a:xfrm rot="-5400000" flipH="1">
                  <a:off x="-1299459" y="3792590"/>
                  <a:ext cx="130728" cy="11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2" h="4155" extrusionOk="0">
                      <a:moveTo>
                        <a:pt x="4922" y="0"/>
                      </a:moveTo>
                      <a:cubicBezTo>
                        <a:pt x="3190" y="1271"/>
                        <a:pt x="1547" y="2658"/>
                        <a:pt x="1" y="4154"/>
                      </a:cubicBezTo>
                      <a:cubicBezTo>
                        <a:pt x="1562" y="2678"/>
                        <a:pt x="3205" y="1291"/>
                        <a:pt x="49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7"/>
                <p:cNvSpPr/>
                <p:nvPr/>
              </p:nvSpPr>
              <p:spPr>
                <a:xfrm>
                  <a:off x="-1464730" y="3117126"/>
                  <a:ext cx="1185900" cy="1025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7"/>
                <p:cNvSpPr/>
                <p:nvPr/>
              </p:nvSpPr>
              <p:spPr>
                <a:xfrm rot="-5400000" flipH="1">
                  <a:off x="-982305" y="3438920"/>
                  <a:ext cx="908113" cy="52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91" h="19738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34190" y="197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7"/>
                <p:cNvSpPr/>
                <p:nvPr/>
              </p:nvSpPr>
              <p:spPr>
                <a:xfrm rot="-5400000" flipH="1">
                  <a:off x="-1617226" y="3242882"/>
                  <a:ext cx="1050342" cy="774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6" h="29028" extrusionOk="0">
                      <a:moveTo>
                        <a:pt x="39545" y="0"/>
                      </a:moveTo>
                      <a:lnTo>
                        <a:pt x="1" y="22833"/>
                      </a:lnTo>
                      <a:lnTo>
                        <a:pt x="2876" y="24496"/>
                      </a:lnTo>
                      <a:cubicBezTo>
                        <a:pt x="9288" y="27855"/>
                        <a:pt x="14703" y="29027"/>
                        <a:pt x="19140" y="29027"/>
                      </a:cubicBezTo>
                      <a:cubicBezTo>
                        <a:pt x="21929" y="29027"/>
                        <a:pt x="24332" y="28564"/>
                        <a:pt x="26352" y="27890"/>
                      </a:cubicBezTo>
                      <a:cubicBezTo>
                        <a:pt x="26275" y="27704"/>
                        <a:pt x="24779" y="24027"/>
                        <a:pt x="25829" y="18657"/>
                      </a:cubicBezTo>
                      <a:lnTo>
                        <a:pt x="25756" y="18657"/>
                      </a:lnTo>
                      <a:cubicBezTo>
                        <a:pt x="25756" y="13550"/>
                        <a:pt x="30235" y="8203"/>
                        <a:pt x="34086" y="4549"/>
                      </a:cubicBezTo>
                      <a:cubicBezTo>
                        <a:pt x="35632" y="3053"/>
                        <a:pt x="37275" y="1666"/>
                        <a:pt x="39007" y="395"/>
                      </a:cubicBezTo>
                      <a:cubicBezTo>
                        <a:pt x="39351" y="140"/>
                        <a:pt x="39545" y="0"/>
                        <a:pt x="3954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900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7"/>
                <p:cNvSpPr/>
                <p:nvPr/>
              </p:nvSpPr>
              <p:spPr>
                <a:xfrm rot="-5400000" flipH="1">
                  <a:off x="-1159882" y="3469624"/>
                  <a:ext cx="366289" cy="100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1" h="37472" extrusionOk="0">
                      <a:moveTo>
                        <a:pt x="13790" y="0"/>
                      </a:moveTo>
                      <a:cubicBezTo>
                        <a:pt x="13608" y="132"/>
                        <a:pt x="13430" y="264"/>
                        <a:pt x="13252" y="395"/>
                      </a:cubicBezTo>
                      <a:cubicBezTo>
                        <a:pt x="11535" y="1686"/>
                        <a:pt x="9892" y="3073"/>
                        <a:pt x="8331" y="4549"/>
                      </a:cubicBezTo>
                      <a:cubicBezTo>
                        <a:pt x="4480" y="8203"/>
                        <a:pt x="1" y="13550"/>
                        <a:pt x="1" y="18657"/>
                      </a:cubicBezTo>
                      <a:lnTo>
                        <a:pt x="74" y="18657"/>
                      </a:lnTo>
                      <a:cubicBezTo>
                        <a:pt x="109" y="18655"/>
                        <a:pt x="157" y="18655"/>
                        <a:pt x="216" y="18655"/>
                      </a:cubicBezTo>
                      <a:cubicBezTo>
                        <a:pt x="1184" y="18655"/>
                        <a:pt x="5224" y="18907"/>
                        <a:pt x="8672" y="22768"/>
                      </a:cubicBezTo>
                      <a:cubicBezTo>
                        <a:pt x="12221" y="25720"/>
                        <a:pt x="13430" y="32167"/>
                        <a:pt x="13790" y="37472"/>
                      </a:cubicBezTo>
                      <a:lnTo>
                        <a:pt x="1379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7"/>
                <p:cNvSpPr/>
                <p:nvPr/>
              </p:nvSpPr>
              <p:spPr>
                <a:xfrm rot="-5400000" flipH="1">
                  <a:off x="-1057243" y="3363983"/>
                  <a:ext cx="973982" cy="608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" h="22900" extrusionOk="0">
                      <a:moveTo>
                        <a:pt x="31548" y="1"/>
                      </a:moveTo>
                      <a:cubicBezTo>
                        <a:pt x="31548" y="1"/>
                        <a:pt x="28886" y="3321"/>
                        <a:pt x="23477" y="5127"/>
                      </a:cubicBezTo>
                      <a:cubicBezTo>
                        <a:pt x="21457" y="5801"/>
                        <a:pt x="19054" y="6264"/>
                        <a:pt x="16265" y="6264"/>
                      </a:cubicBezTo>
                      <a:cubicBezTo>
                        <a:pt x="11828" y="6264"/>
                        <a:pt x="6413" y="5092"/>
                        <a:pt x="1" y="1733"/>
                      </a:cubicBezTo>
                      <a:lnTo>
                        <a:pt x="1" y="1733"/>
                      </a:lnTo>
                      <a:lnTo>
                        <a:pt x="2481" y="3162"/>
                      </a:lnTo>
                      <a:lnTo>
                        <a:pt x="36670" y="22900"/>
                      </a:lnTo>
                      <a:lnTo>
                        <a:pt x="36670" y="14709"/>
                      </a:lnTo>
                      <a:cubicBezTo>
                        <a:pt x="36310" y="9404"/>
                        <a:pt x="35101" y="2957"/>
                        <a:pt x="31552" y="5"/>
                      </a:cubicBezTo>
                      <a:lnTo>
                        <a:pt x="31548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9000">
                      <a:schemeClr val="accent2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4" name="Google Shape;354;p7"/>
              <p:cNvSpPr/>
              <p:nvPr/>
            </p:nvSpPr>
            <p:spPr>
              <a:xfrm rot="-5400000" flipH="1">
                <a:off x="568148" y="3946427"/>
                <a:ext cx="300198" cy="287494"/>
              </a:xfrm>
              <a:custGeom>
                <a:avLst/>
                <a:gdLst/>
                <a:ahLst/>
                <a:cxnLst/>
                <a:rect l="l" t="t" r="r" b="b"/>
                <a:pathLst>
                  <a:path w="9648" h="9236" extrusionOk="0">
                    <a:moveTo>
                      <a:pt x="1192" y="1"/>
                    </a:moveTo>
                    <a:cubicBezTo>
                      <a:pt x="1133" y="1"/>
                      <a:pt x="1085" y="1"/>
                      <a:pt x="1050" y="3"/>
                    </a:cubicBezTo>
                    <a:cubicBezTo>
                      <a:pt x="0" y="5373"/>
                      <a:pt x="1496" y="9050"/>
                      <a:pt x="1573" y="9236"/>
                    </a:cubicBezTo>
                    <a:cubicBezTo>
                      <a:pt x="6978" y="7430"/>
                      <a:pt x="9644" y="4110"/>
                      <a:pt x="9644" y="4110"/>
                    </a:cubicBezTo>
                    <a:lnTo>
                      <a:pt x="9648" y="4114"/>
                    </a:lnTo>
                    <a:cubicBezTo>
                      <a:pt x="6200" y="253"/>
                      <a:pt x="2160" y="1"/>
                      <a:pt x="1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7"/>
            <p:cNvGrpSpPr/>
            <p:nvPr/>
          </p:nvGrpSpPr>
          <p:grpSpPr>
            <a:xfrm>
              <a:off x="8048679" y="2978313"/>
              <a:ext cx="1144078" cy="1313196"/>
              <a:chOff x="6646350" y="4133672"/>
              <a:chExt cx="827363" cy="949664"/>
            </a:xfrm>
          </p:grpSpPr>
          <p:sp>
            <p:nvSpPr>
              <p:cNvPr id="356" name="Google Shape;356;p7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57" name="Google Shape;357;p7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358" name="Google Shape;358;p7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"/>
          <p:cNvSpPr txBox="1">
            <a:spLocks noGrp="1"/>
          </p:cNvSpPr>
          <p:nvPr>
            <p:ph type="title"/>
          </p:nvPr>
        </p:nvSpPr>
        <p:spPr>
          <a:xfrm>
            <a:off x="1388100" y="119002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63" name="Google Shape;363;p8"/>
          <p:cNvGrpSpPr/>
          <p:nvPr/>
        </p:nvGrpSpPr>
        <p:grpSpPr>
          <a:xfrm>
            <a:off x="-233127" y="285914"/>
            <a:ext cx="1036606" cy="1189709"/>
            <a:chOff x="-841902" y="223489"/>
            <a:chExt cx="1036606" cy="1189709"/>
          </a:xfrm>
        </p:grpSpPr>
        <p:sp>
          <p:nvSpPr>
            <p:cNvPr id="364" name="Google Shape;364;p8"/>
            <p:cNvSpPr/>
            <p:nvPr/>
          </p:nvSpPr>
          <p:spPr>
            <a:xfrm>
              <a:off x="-841902" y="229391"/>
              <a:ext cx="1031450" cy="1182142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65" name="Google Shape;365;p8"/>
            <p:cNvSpPr/>
            <p:nvPr/>
          </p:nvSpPr>
          <p:spPr>
            <a:xfrm>
              <a:off x="-333815" y="521792"/>
              <a:ext cx="527314" cy="595738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66" name="Google Shape;366;p8"/>
            <p:cNvSpPr/>
            <p:nvPr/>
          </p:nvSpPr>
          <p:spPr>
            <a:xfrm rot="10800000" flipH="1">
              <a:off x="-841894" y="522804"/>
              <a:ext cx="518636" cy="89039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 rot="10800000" flipH="1">
              <a:off x="-323318" y="821412"/>
              <a:ext cx="512649" cy="591786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 rot="10800000" flipH="1">
              <a:off x="-841735" y="223489"/>
              <a:ext cx="1036439" cy="598723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8"/>
          <p:cNvGrpSpPr/>
          <p:nvPr/>
        </p:nvGrpSpPr>
        <p:grpSpPr>
          <a:xfrm flipH="1">
            <a:off x="1" y="4138861"/>
            <a:ext cx="1112459" cy="1276629"/>
            <a:chOff x="7699256" y="390244"/>
            <a:chExt cx="850634" cy="976240"/>
          </a:xfrm>
        </p:grpSpPr>
        <p:sp>
          <p:nvSpPr>
            <p:cNvPr id="370" name="Google Shape;370;p8"/>
            <p:cNvSpPr/>
            <p:nvPr/>
          </p:nvSpPr>
          <p:spPr>
            <a:xfrm flipH="1">
              <a:off x="7703507" y="395089"/>
              <a:ext cx="846383" cy="970021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71" name="Google Shape;371;p8"/>
            <p:cNvSpPr/>
            <p:nvPr/>
          </p:nvSpPr>
          <p:spPr>
            <a:xfrm flipH="1">
              <a:off x="7700268" y="635024"/>
              <a:ext cx="432702" cy="488840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2" name="Google Shape;372;p8"/>
            <p:cNvSpPr/>
            <p:nvPr/>
          </p:nvSpPr>
          <p:spPr>
            <a:xfrm rot="10800000">
              <a:off x="8124293" y="635851"/>
              <a:ext cx="425590" cy="730633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 rot="10800000">
              <a:off x="7703679" y="880881"/>
              <a:ext cx="420678" cy="485603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 rot="10800000">
              <a:off x="7699256" y="390244"/>
              <a:ext cx="850497" cy="491295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8"/>
          <p:cNvGrpSpPr/>
          <p:nvPr/>
        </p:nvGrpSpPr>
        <p:grpSpPr>
          <a:xfrm flipH="1">
            <a:off x="1" y="2862211"/>
            <a:ext cx="1112459" cy="1276629"/>
            <a:chOff x="7699256" y="390244"/>
            <a:chExt cx="850634" cy="976240"/>
          </a:xfrm>
        </p:grpSpPr>
        <p:sp>
          <p:nvSpPr>
            <p:cNvPr id="376" name="Google Shape;376;p8"/>
            <p:cNvSpPr/>
            <p:nvPr/>
          </p:nvSpPr>
          <p:spPr>
            <a:xfrm flipH="1">
              <a:off x="7703507" y="395089"/>
              <a:ext cx="846383" cy="970021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77" name="Google Shape;377;p8"/>
            <p:cNvSpPr/>
            <p:nvPr/>
          </p:nvSpPr>
          <p:spPr>
            <a:xfrm flipH="1">
              <a:off x="7700268" y="635024"/>
              <a:ext cx="432702" cy="488840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8" name="Google Shape;378;p8"/>
            <p:cNvSpPr/>
            <p:nvPr/>
          </p:nvSpPr>
          <p:spPr>
            <a:xfrm rot="10800000">
              <a:off x="8124293" y="635851"/>
              <a:ext cx="425590" cy="730633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0800000">
              <a:off x="7703679" y="880881"/>
              <a:ext cx="420678" cy="485603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 rot="10800000">
              <a:off x="7699256" y="390244"/>
              <a:ext cx="850497" cy="491295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8"/>
          <p:cNvSpPr/>
          <p:nvPr/>
        </p:nvSpPr>
        <p:spPr>
          <a:xfrm rot="5400000" flipH="1">
            <a:off x="8033086" y="965450"/>
            <a:ext cx="1577992" cy="1822148"/>
          </a:xfrm>
          <a:custGeom>
            <a:avLst/>
            <a:gdLst/>
            <a:ahLst/>
            <a:cxnLst/>
            <a:rect l="l" t="t" r="r" b="b"/>
            <a:pathLst>
              <a:path w="24915" h="28770" extrusionOk="0">
                <a:moveTo>
                  <a:pt x="0" y="0"/>
                </a:moveTo>
                <a:lnTo>
                  <a:pt x="0" y="28769"/>
                </a:lnTo>
                <a:lnTo>
                  <a:pt x="24914" y="1438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5630566" y="-726869"/>
            <a:ext cx="3531656" cy="1633596"/>
            <a:chOff x="5630566" y="-726869"/>
            <a:chExt cx="3531656" cy="1633596"/>
          </a:xfrm>
        </p:grpSpPr>
        <p:sp>
          <p:nvSpPr>
            <p:cNvPr id="383" name="Google Shape;383;p8"/>
            <p:cNvSpPr/>
            <p:nvPr/>
          </p:nvSpPr>
          <p:spPr>
            <a:xfrm rot="5400000" flipH="1">
              <a:off x="8246049" y="-9445"/>
              <a:ext cx="921334" cy="911011"/>
            </a:xfrm>
            <a:custGeom>
              <a:avLst/>
              <a:gdLst/>
              <a:ahLst/>
              <a:cxnLst/>
              <a:rect l="l" t="t" r="r" b="b"/>
              <a:pathLst>
                <a:path w="14547" h="14384" extrusionOk="0">
                  <a:moveTo>
                    <a:pt x="14546" y="1"/>
                  </a:moveTo>
                  <a:lnTo>
                    <a:pt x="1" y="8397"/>
                  </a:lnTo>
                  <a:cubicBezTo>
                    <a:pt x="2271" y="11563"/>
                    <a:pt x="5697" y="13713"/>
                    <a:pt x="9536" y="14383"/>
                  </a:cubicBezTo>
                  <a:cubicBezTo>
                    <a:pt x="10377" y="14236"/>
                    <a:pt x="11231" y="14163"/>
                    <a:pt x="12085" y="14163"/>
                  </a:cubicBezTo>
                  <a:cubicBezTo>
                    <a:pt x="12509" y="14163"/>
                    <a:pt x="12933" y="14181"/>
                    <a:pt x="13357" y="14217"/>
                  </a:cubicBezTo>
                  <a:cubicBezTo>
                    <a:pt x="13760" y="14252"/>
                    <a:pt x="14155" y="14302"/>
                    <a:pt x="14546" y="14364"/>
                  </a:cubicBezTo>
                  <a:lnTo>
                    <a:pt x="14546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 rot="5400000" flipH="1">
              <a:off x="7352181" y="-16570"/>
              <a:ext cx="921334" cy="925261"/>
            </a:xfrm>
            <a:custGeom>
              <a:avLst/>
              <a:gdLst/>
              <a:ahLst/>
              <a:cxnLst/>
              <a:rect l="l" t="t" r="r" b="b"/>
              <a:pathLst>
                <a:path w="14547" h="14609" extrusionOk="0">
                  <a:moveTo>
                    <a:pt x="12081" y="1"/>
                  </a:moveTo>
                  <a:cubicBezTo>
                    <a:pt x="7315" y="1"/>
                    <a:pt x="2805" y="2294"/>
                    <a:pt x="1" y="6209"/>
                  </a:cubicBezTo>
                  <a:lnTo>
                    <a:pt x="14546" y="14609"/>
                  </a:lnTo>
                  <a:lnTo>
                    <a:pt x="14546" y="203"/>
                  </a:lnTo>
                  <a:cubicBezTo>
                    <a:pt x="14155" y="141"/>
                    <a:pt x="13760" y="91"/>
                    <a:pt x="13357" y="56"/>
                  </a:cubicBezTo>
                  <a:cubicBezTo>
                    <a:pt x="12930" y="19"/>
                    <a:pt x="12505" y="1"/>
                    <a:pt x="1208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5" name="Google Shape;385;p8"/>
            <p:cNvGrpSpPr/>
            <p:nvPr/>
          </p:nvGrpSpPr>
          <p:grpSpPr>
            <a:xfrm rot="10800000">
              <a:off x="5630566" y="-726869"/>
              <a:ext cx="1477679" cy="1294169"/>
              <a:chOff x="5284025" y="550294"/>
              <a:chExt cx="755807" cy="662081"/>
            </a:xfrm>
          </p:grpSpPr>
          <p:sp>
            <p:nvSpPr>
              <p:cNvPr id="386" name="Google Shape;386;p8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9" name="Google Shape;389;p8"/>
          <p:cNvSpPr/>
          <p:nvPr/>
        </p:nvSpPr>
        <p:spPr>
          <a:xfrm rot="-1799929">
            <a:off x="6303205" y="4302050"/>
            <a:ext cx="1342219" cy="1549895"/>
          </a:xfrm>
          <a:custGeom>
            <a:avLst/>
            <a:gdLst/>
            <a:ahLst/>
            <a:cxnLst/>
            <a:rect l="l" t="t" r="r" b="b"/>
            <a:pathLst>
              <a:path w="24915" h="28770" extrusionOk="0">
                <a:moveTo>
                  <a:pt x="0" y="0"/>
                </a:moveTo>
                <a:lnTo>
                  <a:pt x="0" y="28769"/>
                </a:lnTo>
                <a:lnTo>
                  <a:pt x="24914" y="1438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E89AD"/>
              </a:gs>
              <a:gs pos="100000">
                <a:srgbClr val="2EBF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" name="Google Shape;390;p8"/>
          <p:cNvGrpSpPr/>
          <p:nvPr/>
        </p:nvGrpSpPr>
        <p:grpSpPr>
          <a:xfrm flipH="1">
            <a:off x="1350155" y="-688932"/>
            <a:ext cx="1066388" cy="1223927"/>
            <a:chOff x="6646350" y="4133672"/>
            <a:chExt cx="827363" cy="949664"/>
          </a:xfrm>
        </p:grpSpPr>
        <p:sp>
          <p:nvSpPr>
            <p:cNvPr id="391" name="Google Shape;391;p8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92" name="Google Shape;392;p8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93" name="Google Shape;393;p8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8"/>
          <p:cNvGrpSpPr/>
          <p:nvPr/>
        </p:nvGrpSpPr>
        <p:grpSpPr>
          <a:xfrm flipH="1">
            <a:off x="1112247" y="3503949"/>
            <a:ext cx="1112472" cy="1276729"/>
            <a:chOff x="6646350" y="4133672"/>
            <a:chExt cx="827363" cy="949664"/>
          </a:xfrm>
        </p:grpSpPr>
        <p:sp>
          <p:nvSpPr>
            <p:cNvPr id="397" name="Google Shape;397;p8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98" name="Google Shape;398;p8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99" name="Google Shape;399;p8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8"/>
          <p:cNvGrpSpPr/>
          <p:nvPr/>
        </p:nvGrpSpPr>
        <p:grpSpPr>
          <a:xfrm flipH="1">
            <a:off x="6977366" y="3444125"/>
            <a:ext cx="1235669" cy="1082436"/>
            <a:chOff x="-140450" y="3235219"/>
            <a:chExt cx="755807" cy="662081"/>
          </a:xfrm>
        </p:grpSpPr>
        <p:sp>
          <p:nvSpPr>
            <p:cNvPr id="403" name="Google Shape;403;p8"/>
            <p:cNvSpPr/>
            <p:nvPr/>
          </p:nvSpPr>
          <p:spPr>
            <a:xfrm rot="10800000" flipH="1">
              <a:off x="-140450" y="3235219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-93450" y="3235363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-93450" y="3235350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1"/>
                </a:gs>
                <a:gs pos="19000">
                  <a:schemeClr val="accent2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" name="Google Shape;406;p8"/>
          <p:cNvGrpSpPr/>
          <p:nvPr/>
        </p:nvGrpSpPr>
        <p:grpSpPr>
          <a:xfrm flipH="1">
            <a:off x="7585954" y="3778868"/>
            <a:ext cx="1576261" cy="1364621"/>
            <a:chOff x="0" y="3178200"/>
            <a:chExt cx="1408004" cy="1219065"/>
          </a:xfrm>
        </p:grpSpPr>
        <p:grpSp>
          <p:nvGrpSpPr>
            <p:cNvPr id="407" name="Google Shape;407;p8"/>
            <p:cNvGrpSpPr/>
            <p:nvPr/>
          </p:nvGrpSpPr>
          <p:grpSpPr>
            <a:xfrm>
              <a:off x="0" y="3178200"/>
              <a:ext cx="1408004" cy="1219065"/>
              <a:chOff x="-1479143" y="3104800"/>
              <a:chExt cx="1213065" cy="1050375"/>
            </a:xfrm>
          </p:grpSpPr>
          <p:sp>
            <p:nvSpPr>
              <p:cNvPr id="408" name="Google Shape;408;p8"/>
              <p:cNvSpPr/>
              <p:nvPr/>
            </p:nvSpPr>
            <p:spPr>
              <a:xfrm rot="-5400000" flipH="1">
                <a:off x="-1299459" y="3792590"/>
                <a:ext cx="130728" cy="110378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4155" extrusionOk="0">
                    <a:moveTo>
                      <a:pt x="4922" y="0"/>
                    </a:moveTo>
                    <a:cubicBezTo>
                      <a:pt x="3190" y="1271"/>
                      <a:pt x="1547" y="2658"/>
                      <a:pt x="1" y="4154"/>
                    </a:cubicBezTo>
                    <a:cubicBezTo>
                      <a:pt x="1562" y="2678"/>
                      <a:pt x="3205" y="1291"/>
                      <a:pt x="492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-1464730" y="3117126"/>
                <a:ext cx="1185900" cy="10257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 rot="-5400000" flipH="1">
                <a:off x="-982305" y="3438920"/>
                <a:ext cx="908113" cy="524340"/>
              </a:xfrm>
              <a:custGeom>
                <a:avLst/>
                <a:gdLst/>
                <a:ahLst/>
                <a:cxnLst/>
                <a:rect l="l" t="t" r="r" b="b"/>
                <a:pathLst>
                  <a:path w="34191" h="19738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34190" y="1973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 rot="-5400000" flipH="1">
                <a:off x="-1617226" y="3242882"/>
                <a:ext cx="1050342" cy="774177"/>
              </a:xfrm>
              <a:custGeom>
                <a:avLst/>
                <a:gdLst/>
                <a:ahLst/>
                <a:cxnLst/>
                <a:rect l="l" t="t" r="r" b="b"/>
                <a:pathLst>
                  <a:path w="39546" h="29028" extrusionOk="0">
                    <a:moveTo>
                      <a:pt x="39545" y="0"/>
                    </a:moveTo>
                    <a:lnTo>
                      <a:pt x="1" y="22833"/>
                    </a:lnTo>
                    <a:lnTo>
                      <a:pt x="2876" y="24496"/>
                    </a:lnTo>
                    <a:cubicBezTo>
                      <a:pt x="9288" y="27855"/>
                      <a:pt x="14703" y="29027"/>
                      <a:pt x="19140" y="29027"/>
                    </a:cubicBezTo>
                    <a:cubicBezTo>
                      <a:pt x="21929" y="29027"/>
                      <a:pt x="24332" y="28564"/>
                      <a:pt x="26352" y="27890"/>
                    </a:cubicBezTo>
                    <a:cubicBezTo>
                      <a:pt x="26275" y="27704"/>
                      <a:pt x="24779" y="24027"/>
                      <a:pt x="25829" y="18657"/>
                    </a:cubicBezTo>
                    <a:lnTo>
                      <a:pt x="25756" y="18657"/>
                    </a:lnTo>
                    <a:cubicBezTo>
                      <a:pt x="25756" y="13550"/>
                      <a:pt x="30235" y="8203"/>
                      <a:pt x="34086" y="4549"/>
                    </a:cubicBezTo>
                    <a:cubicBezTo>
                      <a:pt x="35632" y="3053"/>
                      <a:pt x="37275" y="1666"/>
                      <a:pt x="39007" y="395"/>
                    </a:cubicBezTo>
                    <a:cubicBezTo>
                      <a:pt x="39351" y="140"/>
                      <a:pt x="39545" y="0"/>
                      <a:pt x="395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 rot="-5400000" flipH="1">
                <a:off x="-1159882" y="3469624"/>
                <a:ext cx="366289" cy="1004812"/>
              </a:xfrm>
              <a:custGeom>
                <a:avLst/>
                <a:gdLst/>
                <a:ahLst/>
                <a:cxnLst/>
                <a:rect l="l" t="t" r="r" b="b"/>
                <a:pathLst>
                  <a:path w="13791" h="37472" extrusionOk="0">
                    <a:moveTo>
                      <a:pt x="13790" y="0"/>
                    </a:moveTo>
                    <a:cubicBezTo>
                      <a:pt x="13608" y="132"/>
                      <a:pt x="13430" y="264"/>
                      <a:pt x="13252" y="395"/>
                    </a:cubicBezTo>
                    <a:cubicBezTo>
                      <a:pt x="11535" y="1686"/>
                      <a:pt x="9892" y="3073"/>
                      <a:pt x="8331" y="4549"/>
                    </a:cubicBezTo>
                    <a:cubicBezTo>
                      <a:pt x="4480" y="8203"/>
                      <a:pt x="1" y="13550"/>
                      <a:pt x="1" y="18657"/>
                    </a:cubicBezTo>
                    <a:lnTo>
                      <a:pt x="74" y="18657"/>
                    </a:lnTo>
                    <a:cubicBezTo>
                      <a:pt x="109" y="18655"/>
                      <a:pt x="157" y="18655"/>
                      <a:pt x="216" y="18655"/>
                    </a:cubicBezTo>
                    <a:cubicBezTo>
                      <a:pt x="1184" y="18655"/>
                      <a:pt x="5224" y="18907"/>
                      <a:pt x="8672" y="22768"/>
                    </a:cubicBezTo>
                    <a:cubicBezTo>
                      <a:pt x="12221" y="25720"/>
                      <a:pt x="13430" y="32167"/>
                      <a:pt x="13790" y="37472"/>
                    </a:cubicBezTo>
                    <a:lnTo>
                      <a:pt x="13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 rot="-5400000" flipH="1">
                <a:off x="-1057243" y="3363983"/>
                <a:ext cx="973982" cy="608339"/>
              </a:xfrm>
              <a:custGeom>
                <a:avLst/>
                <a:gdLst/>
                <a:ahLst/>
                <a:cxnLst/>
                <a:rect l="l" t="t" r="r" b="b"/>
                <a:pathLst>
                  <a:path w="36671" h="22900" extrusionOk="0">
                    <a:moveTo>
                      <a:pt x="31548" y="1"/>
                    </a:moveTo>
                    <a:cubicBezTo>
                      <a:pt x="31548" y="1"/>
                      <a:pt x="28886" y="3321"/>
                      <a:pt x="23477" y="5127"/>
                    </a:cubicBezTo>
                    <a:cubicBezTo>
                      <a:pt x="21457" y="5801"/>
                      <a:pt x="19054" y="6264"/>
                      <a:pt x="16265" y="6264"/>
                    </a:cubicBezTo>
                    <a:cubicBezTo>
                      <a:pt x="11828" y="6264"/>
                      <a:pt x="6413" y="5092"/>
                      <a:pt x="1" y="1733"/>
                    </a:cubicBezTo>
                    <a:lnTo>
                      <a:pt x="1" y="1733"/>
                    </a:lnTo>
                    <a:lnTo>
                      <a:pt x="2481" y="3162"/>
                    </a:lnTo>
                    <a:lnTo>
                      <a:pt x="36670" y="22900"/>
                    </a:lnTo>
                    <a:lnTo>
                      <a:pt x="36670" y="14709"/>
                    </a:lnTo>
                    <a:cubicBezTo>
                      <a:pt x="36310" y="9404"/>
                      <a:pt x="35101" y="2957"/>
                      <a:pt x="31552" y="5"/>
                    </a:cubicBezTo>
                    <a:lnTo>
                      <a:pt x="3154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000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4" name="Google Shape;414;p8"/>
            <p:cNvSpPr/>
            <p:nvPr/>
          </p:nvSpPr>
          <p:spPr>
            <a:xfrm rot="-5400000" flipH="1">
              <a:off x="568148" y="3946427"/>
              <a:ext cx="300198" cy="287494"/>
            </a:xfrm>
            <a:custGeom>
              <a:avLst/>
              <a:gdLst/>
              <a:ahLst/>
              <a:cxnLst/>
              <a:rect l="l" t="t" r="r" b="b"/>
              <a:pathLst>
                <a:path w="9648" h="9236" extrusionOk="0">
                  <a:moveTo>
                    <a:pt x="1192" y="1"/>
                  </a:moveTo>
                  <a:cubicBezTo>
                    <a:pt x="1133" y="1"/>
                    <a:pt x="1085" y="1"/>
                    <a:pt x="1050" y="3"/>
                  </a:cubicBezTo>
                  <a:cubicBezTo>
                    <a:pt x="0" y="5373"/>
                    <a:pt x="1496" y="9050"/>
                    <a:pt x="1573" y="9236"/>
                  </a:cubicBezTo>
                  <a:cubicBezTo>
                    <a:pt x="6978" y="7430"/>
                    <a:pt x="9644" y="4110"/>
                    <a:pt x="9644" y="4110"/>
                  </a:cubicBezTo>
                  <a:lnTo>
                    <a:pt x="9648" y="4114"/>
                  </a:lnTo>
                  <a:cubicBezTo>
                    <a:pt x="6200" y="253"/>
                    <a:pt x="2160" y="1"/>
                    <a:pt x="1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415;p8"/>
          <p:cNvGrpSpPr/>
          <p:nvPr/>
        </p:nvGrpSpPr>
        <p:grpSpPr>
          <a:xfrm rot="10800000">
            <a:off x="3000266" y="4429918"/>
            <a:ext cx="1477679" cy="1294169"/>
            <a:chOff x="5284025" y="550294"/>
            <a:chExt cx="755807" cy="662081"/>
          </a:xfrm>
        </p:grpSpPr>
        <p:sp>
          <p:nvSpPr>
            <p:cNvPr id="416" name="Google Shape;416;p8"/>
            <p:cNvSpPr/>
            <p:nvPr/>
          </p:nvSpPr>
          <p:spPr>
            <a:xfrm rot="10800000" flipH="1">
              <a:off x="5284025" y="550294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5331025" y="550438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5331025" y="550425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2">
    <p:bg>
      <p:bgPr>
        <a:solidFill>
          <a:schemeClr val="lt1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3"/>
          <p:cNvSpPr txBox="1">
            <a:spLocks noGrp="1"/>
          </p:cNvSpPr>
          <p:nvPr>
            <p:ph type="title" hasCustomPrompt="1"/>
          </p:nvPr>
        </p:nvSpPr>
        <p:spPr>
          <a:xfrm>
            <a:off x="1397350" y="1683000"/>
            <a:ext cx="975600" cy="894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Lexend Exa ExtraBold"/>
                <a:ea typeface="Lexend Exa ExtraBold"/>
                <a:cs typeface="Lexend Exa ExtraBold"/>
                <a:sym typeface="Lexend Ex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6" name="Google Shape;586;p13"/>
          <p:cNvSpPr txBox="1">
            <a:spLocks noGrp="1"/>
          </p:cNvSpPr>
          <p:nvPr>
            <p:ph type="subTitle" idx="1"/>
          </p:nvPr>
        </p:nvSpPr>
        <p:spPr>
          <a:xfrm>
            <a:off x="716938" y="3060126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13"/>
          <p:cNvSpPr txBox="1">
            <a:spLocks noGrp="1"/>
          </p:cNvSpPr>
          <p:nvPr>
            <p:ph type="title" idx="2" hasCustomPrompt="1"/>
          </p:nvPr>
        </p:nvSpPr>
        <p:spPr>
          <a:xfrm>
            <a:off x="4083600" y="1683000"/>
            <a:ext cx="975600" cy="894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Lexend Exa ExtraBold"/>
                <a:ea typeface="Lexend Exa ExtraBold"/>
                <a:cs typeface="Lexend Exa ExtraBold"/>
                <a:sym typeface="Lexend Ex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8" name="Google Shape;588;p13"/>
          <p:cNvSpPr txBox="1">
            <a:spLocks noGrp="1"/>
          </p:cNvSpPr>
          <p:nvPr>
            <p:ph type="subTitle" idx="3"/>
          </p:nvPr>
        </p:nvSpPr>
        <p:spPr>
          <a:xfrm>
            <a:off x="3403188" y="3060126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3"/>
          <p:cNvSpPr txBox="1">
            <a:spLocks noGrp="1"/>
          </p:cNvSpPr>
          <p:nvPr>
            <p:ph type="title" idx="4" hasCustomPrompt="1"/>
          </p:nvPr>
        </p:nvSpPr>
        <p:spPr>
          <a:xfrm>
            <a:off x="6769850" y="1683000"/>
            <a:ext cx="975600" cy="894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Lexend Exa ExtraBold"/>
                <a:ea typeface="Lexend Exa ExtraBold"/>
                <a:cs typeface="Lexend Exa ExtraBold"/>
                <a:sym typeface="Lexend Ex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0" name="Google Shape;590;p13"/>
          <p:cNvSpPr txBox="1">
            <a:spLocks noGrp="1"/>
          </p:cNvSpPr>
          <p:nvPr>
            <p:ph type="subTitle" idx="5"/>
          </p:nvPr>
        </p:nvSpPr>
        <p:spPr>
          <a:xfrm>
            <a:off x="6089438" y="3060126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13"/>
          <p:cNvSpPr txBox="1">
            <a:spLocks noGrp="1"/>
          </p:cNvSpPr>
          <p:nvPr>
            <p:ph type="subTitle" idx="6"/>
          </p:nvPr>
        </p:nvSpPr>
        <p:spPr>
          <a:xfrm>
            <a:off x="716938" y="2687163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Lexend Exa Light"/>
                <a:ea typeface="Lexend Exa Light"/>
                <a:cs typeface="Lexend Exa Light"/>
                <a:sym typeface="Lexend Exa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2" name="Google Shape;592;p13"/>
          <p:cNvSpPr txBox="1">
            <a:spLocks noGrp="1"/>
          </p:cNvSpPr>
          <p:nvPr>
            <p:ph type="subTitle" idx="7"/>
          </p:nvPr>
        </p:nvSpPr>
        <p:spPr>
          <a:xfrm>
            <a:off x="3403188" y="2687163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Lexend Exa Light"/>
                <a:ea typeface="Lexend Exa Light"/>
                <a:cs typeface="Lexend Exa Light"/>
                <a:sym typeface="Lexend Exa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3" name="Google Shape;593;p13"/>
          <p:cNvSpPr txBox="1">
            <a:spLocks noGrp="1"/>
          </p:cNvSpPr>
          <p:nvPr>
            <p:ph type="subTitle" idx="8"/>
          </p:nvPr>
        </p:nvSpPr>
        <p:spPr>
          <a:xfrm>
            <a:off x="6089438" y="2687163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Lexend Exa Light"/>
                <a:ea typeface="Lexend Exa Light"/>
                <a:cs typeface="Lexend Exa Light"/>
                <a:sym typeface="Lexend Exa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4" name="Google Shape;594;p13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5" name="Google Shape;595;p13"/>
          <p:cNvGrpSpPr/>
          <p:nvPr/>
        </p:nvGrpSpPr>
        <p:grpSpPr>
          <a:xfrm>
            <a:off x="-576500" y="-799672"/>
            <a:ext cx="9824616" cy="6611520"/>
            <a:chOff x="-576500" y="-799672"/>
            <a:chExt cx="9824616" cy="6611520"/>
          </a:xfrm>
        </p:grpSpPr>
        <p:grpSp>
          <p:nvGrpSpPr>
            <p:cNvPr id="596" name="Google Shape;596;p13"/>
            <p:cNvGrpSpPr/>
            <p:nvPr/>
          </p:nvGrpSpPr>
          <p:grpSpPr>
            <a:xfrm flipH="1">
              <a:off x="3257911" y="4248351"/>
              <a:ext cx="1161881" cy="1333349"/>
              <a:chOff x="7699256" y="390244"/>
              <a:chExt cx="850634" cy="976240"/>
            </a:xfrm>
          </p:grpSpPr>
          <p:sp>
            <p:nvSpPr>
              <p:cNvPr id="597" name="Google Shape;597;p13"/>
              <p:cNvSpPr/>
              <p:nvPr/>
            </p:nvSpPr>
            <p:spPr>
              <a:xfrm flipH="1">
                <a:off x="7703507" y="395089"/>
                <a:ext cx="846383" cy="970021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598" name="Google Shape;598;p13"/>
              <p:cNvSpPr/>
              <p:nvPr/>
            </p:nvSpPr>
            <p:spPr>
              <a:xfrm flipH="1">
                <a:off x="7700268" y="635024"/>
                <a:ext cx="432702" cy="488840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599" name="Google Shape;599;p13"/>
              <p:cNvSpPr/>
              <p:nvPr/>
            </p:nvSpPr>
            <p:spPr>
              <a:xfrm rot="10800000">
                <a:off x="8124293" y="635851"/>
                <a:ext cx="425590" cy="730633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 rot="10800000">
                <a:off x="7703679" y="880881"/>
                <a:ext cx="420678" cy="485603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 rot="10800000">
                <a:off x="7699256" y="390244"/>
                <a:ext cx="850497" cy="491295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2" name="Google Shape;602;p13"/>
            <p:cNvGrpSpPr/>
            <p:nvPr/>
          </p:nvGrpSpPr>
          <p:grpSpPr>
            <a:xfrm rot="10800000" flipH="1">
              <a:off x="6443778" y="4495367"/>
              <a:ext cx="1502847" cy="1316481"/>
              <a:chOff x="5284025" y="550294"/>
              <a:chExt cx="755807" cy="662081"/>
            </a:xfrm>
          </p:grpSpPr>
          <p:sp>
            <p:nvSpPr>
              <p:cNvPr id="603" name="Google Shape;603;p13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13"/>
            <p:cNvGrpSpPr/>
            <p:nvPr/>
          </p:nvGrpSpPr>
          <p:grpSpPr>
            <a:xfrm rot="3599916">
              <a:off x="6487834" y="-466259"/>
              <a:ext cx="1539595" cy="1333021"/>
              <a:chOff x="8109322" y="253"/>
              <a:chExt cx="1034857" cy="896006"/>
            </a:xfrm>
          </p:grpSpPr>
          <p:sp>
            <p:nvSpPr>
              <p:cNvPr id="607" name="Google Shape;607;p13"/>
              <p:cNvSpPr/>
              <p:nvPr/>
            </p:nvSpPr>
            <p:spPr>
              <a:xfrm rot="5400000">
                <a:off x="8178747" y="-69173"/>
                <a:ext cx="896006" cy="1034857"/>
              </a:xfrm>
              <a:custGeom>
                <a:avLst/>
                <a:gdLst/>
                <a:ahLst/>
                <a:cxnLst/>
                <a:rect l="l" t="t" r="r" b="b"/>
                <a:pathLst>
                  <a:path w="24915" h="28770" extrusionOk="0">
                    <a:moveTo>
                      <a:pt x="0" y="0"/>
                    </a:moveTo>
                    <a:lnTo>
                      <a:pt x="0" y="28769"/>
                    </a:lnTo>
                    <a:lnTo>
                      <a:pt x="24914" y="1438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8" name="Google Shape;608;p13"/>
              <p:cNvGrpSpPr/>
              <p:nvPr/>
            </p:nvGrpSpPr>
            <p:grpSpPr>
              <a:xfrm rot="10800000" flipH="1">
                <a:off x="8113006" y="253"/>
                <a:ext cx="1027510" cy="523107"/>
                <a:chOff x="7625173" y="1168019"/>
                <a:chExt cx="758870" cy="386342"/>
              </a:xfrm>
            </p:grpSpPr>
            <p:sp>
              <p:nvSpPr>
                <p:cNvPr id="609" name="Google Shape;609;p13"/>
                <p:cNvSpPr/>
                <p:nvPr/>
              </p:nvSpPr>
              <p:spPr>
                <a:xfrm rot="5400000" flipH="1">
                  <a:off x="7623111" y="1170081"/>
                  <a:ext cx="386342" cy="382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6" h="14388" extrusionOk="0">
                      <a:moveTo>
                        <a:pt x="5010" y="1"/>
                      </a:moveTo>
                      <a:cubicBezTo>
                        <a:pt x="4580" y="75"/>
                        <a:pt x="4146" y="133"/>
                        <a:pt x="3704" y="171"/>
                      </a:cubicBezTo>
                      <a:cubicBezTo>
                        <a:pt x="3280" y="207"/>
                        <a:pt x="2855" y="225"/>
                        <a:pt x="2430" y="225"/>
                      </a:cubicBezTo>
                      <a:cubicBezTo>
                        <a:pt x="1617" y="225"/>
                        <a:pt x="805" y="159"/>
                        <a:pt x="0" y="24"/>
                      </a:cubicBezTo>
                      <a:lnTo>
                        <a:pt x="0" y="14387"/>
                      </a:lnTo>
                      <a:lnTo>
                        <a:pt x="14546" y="5991"/>
                      </a:lnTo>
                      <a:cubicBezTo>
                        <a:pt x="12271" y="2826"/>
                        <a:pt x="8846" y="675"/>
                        <a:pt x="50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13"/>
                <p:cNvSpPr/>
                <p:nvPr/>
              </p:nvSpPr>
              <p:spPr>
                <a:xfrm rot="5400000" flipH="1">
                  <a:off x="7996907" y="1167175"/>
                  <a:ext cx="386236" cy="388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2" h="14607" extrusionOk="0">
                      <a:moveTo>
                        <a:pt x="0" y="0"/>
                      </a:moveTo>
                      <a:lnTo>
                        <a:pt x="0" y="14406"/>
                      </a:lnTo>
                      <a:cubicBezTo>
                        <a:pt x="810" y="14539"/>
                        <a:pt x="1628" y="14607"/>
                        <a:pt x="2446" y="14607"/>
                      </a:cubicBezTo>
                      <a:cubicBezTo>
                        <a:pt x="2866" y="14607"/>
                        <a:pt x="3286" y="14589"/>
                        <a:pt x="3704" y="14553"/>
                      </a:cubicBezTo>
                      <a:cubicBezTo>
                        <a:pt x="4146" y="14515"/>
                        <a:pt x="4580" y="14457"/>
                        <a:pt x="5010" y="14383"/>
                      </a:cubicBezTo>
                      <a:cubicBezTo>
                        <a:pt x="8850" y="13717"/>
                        <a:pt x="12275" y="11566"/>
                        <a:pt x="14542" y="839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11" name="Google Shape;611;p13"/>
            <p:cNvGrpSpPr/>
            <p:nvPr/>
          </p:nvGrpSpPr>
          <p:grpSpPr>
            <a:xfrm rot="10800000" flipH="1">
              <a:off x="5461122" y="-481423"/>
              <a:ext cx="1528667" cy="778247"/>
              <a:chOff x="7625173" y="1168019"/>
              <a:chExt cx="758870" cy="386342"/>
            </a:xfrm>
          </p:grpSpPr>
          <p:sp>
            <p:nvSpPr>
              <p:cNvPr id="612" name="Google Shape;612;p13"/>
              <p:cNvSpPr/>
              <p:nvPr/>
            </p:nvSpPr>
            <p:spPr>
              <a:xfrm rot="5400000" flipH="1">
                <a:off x="7623111" y="1170081"/>
                <a:ext cx="386342" cy="382217"/>
              </a:xfrm>
              <a:custGeom>
                <a:avLst/>
                <a:gdLst/>
                <a:ahLst/>
                <a:cxnLst/>
                <a:rect l="l" t="t" r="r" b="b"/>
                <a:pathLst>
                  <a:path w="14546" h="14388" extrusionOk="0">
                    <a:moveTo>
                      <a:pt x="5010" y="1"/>
                    </a:moveTo>
                    <a:cubicBezTo>
                      <a:pt x="4580" y="75"/>
                      <a:pt x="4146" y="133"/>
                      <a:pt x="3704" y="171"/>
                    </a:cubicBezTo>
                    <a:cubicBezTo>
                      <a:pt x="3280" y="207"/>
                      <a:pt x="2855" y="225"/>
                      <a:pt x="2430" y="225"/>
                    </a:cubicBezTo>
                    <a:cubicBezTo>
                      <a:pt x="1617" y="225"/>
                      <a:pt x="805" y="159"/>
                      <a:pt x="0" y="24"/>
                    </a:cubicBezTo>
                    <a:lnTo>
                      <a:pt x="0" y="14387"/>
                    </a:lnTo>
                    <a:lnTo>
                      <a:pt x="14546" y="5991"/>
                    </a:lnTo>
                    <a:cubicBezTo>
                      <a:pt x="12271" y="2826"/>
                      <a:pt x="8846" y="675"/>
                      <a:pt x="50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 rot="5400000" flipH="1">
                <a:off x="7996907" y="1167175"/>
                <a:ext cx="386236" cy="38803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4607" extrusionOk="0">
                    <a:moveTo>
                      <a:pt x="0" y="0"/>
                    </a:moveTo>
                    <a:lnTo>
                      <a:pt x="0" y="14406"/>
                    </a:lnTo>
                    <a:cubicBezTo>
                      <a:pt x="810" y="14539"/>
                      <a:pt x="1628" y="14607"/>
                      <a:pt x="2446" y="14607"/>
                    </a:cubicBezTo>
                    <a:cubicBezTo>
                      <a:pt x="2866" y="14607"/>
                      <a:pt x="3286" y="14589"/>
                      <a:pt x="3704" y="14553"/>
                    </a:cubicBezTo>
                    <a:cubicBezTo>
                      <a:pt x="4146" y="14515"/>
                      <a:pt x="4580" y="14457"/>
                      <a:pt x="5010" y="14383"/>
                    </a:cubicBezTo>
                    <a:cubicBezTo>
                      <a:pt x="8850" y="13717"/>
                      <a:pt x="12275" y="11566"/>
                      <a:pt x="14542" y="8397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4" name="Google Shape;614;p13"/>
            <p:cNvGrpSpPr/>
            <p:nvPr/>
          </p:nvGrpSpPr>
          <p:grpSpPr>
            <a:xfrm rot="-5400000">
              <a:off x="7674013" y="3640199"/>
              <a:ext cx="1575697" cy="1364256"/>
              <a:chOff x="0" y="3178200"/>
              <a:chExt cx="1408004" cy="1219065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0" y="3178200"/>
                <a:ext cx="1408004" cy="1219065"/>
                <a:chOff x="-1479143" y="3104800"/>
                <a:chExt cx="1213065" cy="1050375"/>
              </a:xfrm>
            </p:grpSpPr>
            <p:sp>
              <p:nvSpPr>
                <p:cNvPr id="616" name="Google Shape;616;p13"/>
                <p:cNvSpPr/>
                <p:nvPr/>
              </p:nvSpPr>
              <p:spPr>
                <a:xfrm rot="-5400000" flipH="1">
                  <a:off x="-1299459" y="3792590"/>
                  <a:ext cx="130728" cy="11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2" h="4155" extrusionOk="0">
                      <a:moveTo>
                        <a:pt x="4922" y="0"/>
                      </a:moveTo>
                      <a:cubicBezTo>
                        <a:pt x="3190" y="1271"/>
                        <a:pt x="1547" y="2658"/>
                        <a:pt x="1" y="4154"/>
                      </a:cubicBezTo>
                      <a:cubicBezTo>
                        <a:pt x="1562" y="2678"/>
                        <a:pt x="3205" y="1291"/>
                        <a:pt x="49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>
                  <a:off x="-1464730" y="3117126"/>
                  <a:ext cx="1185900" cy="1025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13"/>
                <p:cNvSpPr/>
                <p:nvPr/>
              </p:nvSpPr>
              <p:spPr>
                <a:xfrm rot="-5400000" flipH="1">
                  <a:off x="-982305" y="3438920"/>
                  <a:ext cx="908113" cy="52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91" h="19738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34190" y="197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13"/>
                <p:cNvSpPr/>
                <p:nvPr/>
              </p:nvSpPr>
              <p:spPr>
                <a:xfrm rot="-5400000" flipH="1">
                  <a:off x="-1617226" y="3242882"/>
                  <a:ext cx="1050342" cy="774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6" h="29028" extrusionOk="0">
                      <a:moveTo>
                        <a:pt x="39545" y="0"/>
                      </a:moveTo>
                      <a:lnTo>
                        <a:pt x="1" y="22833"/>
                      </a:lnTo>
                      <a:lnTo>
                        <a:pt x="2876" y="24496"/>
                      </a:lnTo>
                      <a:cubicBezTo>
                        <a:pt x="9288" y="27855"/>
                        <a:pt x="14703" y="29027"/>
                        <a:pt x="19140" y="29027"/>
                      </a:cubicBezTo>
                      <a:cubicBezTo>
                        <a:pt x="21929" y="29027"/>
                        <a:pt x="24332" y="28564"/>
                        <a:pt x="26352" y="27890"/>
                      </a:cubicBezTo>
                      <a:cubicBezTo>
                        <a:pt x="26275" y="27704"/>
                        <a:pt x="24779" y="24027"/>
                        <a:pt x="25829" y="18657"/>
                      </a:cubicBezTo>
                      <a:lnTo>
                        <a:pt x="25756" y="18657"/>
                      </a:lnTo>
                      <a:cubicBezTo>
                        <a:pt x="25756" y="13550"/>
                        <a:pt x="30235" y="8203"/>
                        <a:pt x="34086" y="4549"/>
                      </a:cubicBezTo>
                      <a:cubicBezTo>
                        <a:pt x="35632" y="3053"/>
                        <a:pt x="37275" y="1666"/>
                        <a:pt x="39007" y="395"/>
                      </a:cubicBezTo>
                      <a:cubicBezTo>
                        <a:pt x="39351" y="140"/>
                        <a:pt x="39545" y="0"/>
                        <a:pt x="3954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13"/>
                <p:cNvSpPr/>
                <p:nvPr/>
              </p:nvSpPr>
              <p:spPr>
                <a:xfrm rot="-5400000" flipH="1">
                  <a:off x="-1159882" y="3469624"/>
                  <a:ext cx="366289" cy="100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1" h="37472" extrusionOk="0">
                      <a:moveTo>
                        <a:pt x="13790" y="0"/>
                      </a:moveTo>
                      <a:cubicBezTo>
                        <a:pt x="13608" y="132"/>
                        <a:pt x="13430" y="264"/>
                        <a:pt x="13252" y="395"/>
                      </a:cubicBezTo>
                      <a:cubicBezTo>
                        <a:pt x="11535" y="1686"/>
                        <a:pt x="9892" y="3073"/>
                        <a:pt x="8331" y="4549"/>
                      </a:cubicBezTo>
                      <a:cubicBezTo>
                        <a:pt x="4480" y="8203"/>
                        <a:pt x="1" y="13550"/>
                        <a:pt x="1" y="18657"/>
                      </a:cubicBezTo>
                      <a:lnTo>
                        <a:pt x="74" y="18657"/>
                      </a:lnTo>
                      <a:cubicBezTo>
                        <a:pt x="109" y="18655"/>
                        <a:pt x="157" y="18655"/>
                        <a:pt x="216" y="18655"/>
                      </a:cubicBezTo>
                      <a:cubicBezTo>
                        <a:pt x="1184" y="18655"/>
                        <a:pt x="5224" y="18907"/>
                        <a:pt x="8672" y="22768"/>
                      </a:cubicBezTo>
                      <a:cubicBezTo>
                        <a:pt x="12221" y="25720"/>
                        <a:pt x="13430" y="32167"/>
                        <a:pt x="13790" y="37472"/>
                      </a:cubicBezTo>
                      <a:lnTo>
                        <a:pt x="1379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13"/>
                <p:cNvSpPr/>
                <p:nvPr/>
              </p:nvSpPr>
              <p:spPr>
                <a:xfrm rot="-5400000" flipH="1">
                  <a:off x="-1057243" y="3363983"/>
                  <a:ext cx="973982" cy="608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" h="22900" extrusionOk="0">
                      <a:moveTo>
                        <a:pt x="31548" y="1"/>
                      </a:moveTo>
                      <a:cubicBezTo>
                        <a:pt x="31548" y="1"/>
                        <a:pt x="28886" y="3321"/>
                        <a:pt x="23477" y="5127"/>
                      </a:cubicBezTo>
                      <a:cubicBezTo>
                        <a:pt x="21457" y="5801"/>
                        <a:pt x="19054" y="6264"/>
                        <a:pt x="16265" y="6264"/>
                      </a:cubicBezTo>
                      <a:cubicBezTo>
                        <a:pt x="11828" y="6264"/>
                        <a:pt x="6413" y="5092"/>
                        <a:pt x="1" y="1733"/>
                      </a:cubicBezTo>
                      <a:lnTo>
                        <a:pt x="1" y="1733"/>
                      </a:lnTo>
                      <a:lnTo>
                        <a:pt x="2481" y="3162"/>
                      </a:lnTo>
                      <a:lnTo>
                        <a:pt x="36670" y="22900"/>
                      </a:lnTo>
                      <a:lnTo>
                        <a:pt x="36670" y="14709"/>
                      </a:lnTo>
                      <a:cubicBezTo>
                        <a:pt x="36310" y="9404"/>
                        <a:pt x="35101" y="2957"/>
                        <a:pt x="31552" y="5"/>
                      </a:cubicBezTo>
                      <a:lnTo>
                        <a:pt x="31548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4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22" name="Google Shape;622;p13"/>
              <p:cNvSpPr/>
              <p:nvPr/>
            </p:nvSpPr>
            <p:spPr>
              <a:xfrm rot="-5400000" flipH="1">
                <a:off x="568148" y="3946427"/>
                <a:ext cx="300198" cy="287494"/>
              </a:xfrm>
              <a:custGeom>
                <a:avLst/>
                <a:gdLst/>
                <a:ahLst/>
                <a:cxnLst/>
                <a:rect l="l" t="t" r="r" b="b"/>
                <a:pathLst>
                  <a:path w="9648" h="9236" extrusionOk="0">
                    <a:moveTo>
                      <a:pt x="1192" y="1"/>
                    </a:moveTo>
                    <a:cubicBezTo>
                      <a:pt x="1133" y="1"/>
                      <a:pt x="1085" y="1"/>
                      <a:pt x="1050" y="3"/>
                    </a:cubicBezTo>
                    <a:cubicBezTo>
                      <a:pt x="0" y="5373"/>
                      <a:pt x="1496" y="9050"/>
                      <a:pt x="1573" y="9236"/>
                    </a:cubicBezTo>
                    <a:cubicBezTo>
                      <a:pt x="6978" y="7430"/>
                      <a:pt x="9644" y="4110"/>
                      <a:pt x="9644" y="4110"/>
                    </a:cubicBezTo>
                    <a:lnTo>
                      <a:pt x="9648" y="4114"/>
                    </a:lnTo>
                    <a:cubicBezTo>
                      <a:pt x="6200" y="253"/>
                      <a:pt x="2160" y="1"/>
                      <a:pt x="11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3" name="Google Shape;623;p13"/>
            <p:cNvGrpSpPr/>
            <p:nvPr/>
          </p:nvGrpSpPr>
          <p:grpSpPr>
            <a:xfrm rot="-5680924">
              <a:off x="8076261" y="-324871"/>
              <a:ext cx="1199084" cy="1050250"/>
              <a:chOff x="-140450" y="3235219"/>
              <a:chExt cx="755807" cy="662081"/>
            </a:xfrm>
          </p:grpSpPr>
          <p:sp>
            <p:nvSpPr>
              <p:cNvPr id="624" name="Google Shape;624;p13"/>
              <p:cNvSpPr/>
              <p:nvPr/>
            </p:nvSpPr>
            <p:spPr>
              <a:xfrm rot="10800000" flipH="1">
                <a:off x="-140450" y="3235219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-93450" y="3235363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-93450" y="3235350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1"/>
                  </a:gs>
                  <a:gs pos="19000">
                    <a:schemeClr val="accent2"/>
                  </a:gs>
                  <a:gs pos="100000">
                    <a:schemeClr val="accent5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13"/>
            <p:cNvGrpSpPr/>
            <p:nvPr/>
          </p:nvGrpSpPr>
          <p:grpSpPr>
            <a:xfrm>
              <a:off x="-576500" y="3172167"/>
              <a:ext cx="1701381" cy="2300316"/>
              <a:chOff x="-413975" y="3348904"/>
              <a:chExt cx="1701381" cy="2300316"/>
            </a:xfrm>
          </p:grpSpPr>
          <p:grpSp>
            <p:nvGrpSpPr>
              <p:cNvPr id="628" name="Google Shape;628;p13"/>
              <p:cNvGrpSpPr/>
              <p:nvPr/>
            </p:nvGrpSpPr>
            <p:grpSpPr>
              <a:xfrm>
                <a:off x="-413975" y="3348904"/>
                <a:ext cx="1161851" cy="1333315"/>
                <a:chOff x="-413975" y="3348904"/>
                <a:chExt cx="1161851" cy="1333315"/>
              </a:xfrm>
            </p:grpSpPr>
            <p:sp>
              <p:nvSpPr>
                <p:cNvPr id="629" name="Google Shape;629;p13"/>
                <p:cNvSpPr/>
                <p:nvPr/>
              </p:nvSpPr>
              <p:spPr>
                <a:xfrm>
                  <a:off x="-413975" y="3355523"/>
                  <a:ext cx="1156008" cy="1324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900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  <a:ln>
                  <a:noFill/>
                </a:ln>
              </p:spPr>
            </p:sp>
            <p:sp>
              <p:nvSpPr>
                <p:cNvPr id="630" name="Google Shape;630;p13"/>
                <p:cNvSpPr/>
                <p:nvPr/>
              </p:nvSpPr>
              <p:spPr>
                <a:xfrm rot="10800000" flipH="1">
                  <a:off x="-413788" y="3348904"/>
                  <a:ext cx="1161664" cy="670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13"/>
                <p:cNvSpPr/>
                <p:nvPr/>
              </p:nvSpPr>
              <p:spPr>
                <a:xfrm rot="10800000" flipH="1">
                  <a:off x="-413966" y="3684345"/>
                  <a:ext cx="581299" cy="997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46000">
                      <a:schemeClr val="accent5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13"/>
                <p:cNvSpPr/>
                <p:nvPr/>
              </p:nvSpPr>
              <p:spPr>
                <a:xfrm>
                  <a:off x="155477" y="3683218"/>
                  <a:ext cx="590993" cy="667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70000">
                      <a:schemeClr val="accent1"/>
                    </a:gs>
                    <a:gs pos="100000">
                      <a:srgbClr val="808E80"/>
                    </a:gs>
                  </a:gsLst>
                  <a:lin ang="0" scaled="0"/>
                </a:gradFill>
                <a:ln>
                  <a:noFill/>
                </a:ln>
              </p:spPr>
            </p:sp>
            <p:sp>
              <p:nvSpPr>
                <p:cNvPr id="633" name="Google Shape;633;p13"/>
                <p:cNvSpPr/>
                <p:nvPr/>
              </p:nvSpPr>
              <p:spPr>
                <a:xfrm rot="10800000" flipH="1">
                  <a:off x="167241" y="4018999"/>
                  <a:ext cx="574589" cy="663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4" name="Google Shape;634;p13"/>
              <p:cNvGrpSpPr/>
              <p:nvPr/>
            </p:nvGrpSpPr>
            <p:grpSpPr>
              <a:xfrm>
                <a:off x="142790" y="4335278"/>
                <a:ext cx="1144616" cy="1313942"/>
                <a:chOff x="7651625" y="-330056"/>
                <a:chExt cx="1174206" cy="1347771"/>
              </a:xfrm>
            </p:grpSpPr>
            <p:sp>
              <p:nvSpPr>
                <p:cNvPr id="635" name="Google Shape;635;p13"/>
                <p:cNvSpPr/>
                <p:nvPr/>
              </p:nvSpPr>
              <p:spPr>
                <a:xfrm>
                  <a:off x="7651625" y="-323339"/>
                  <a:ext cx="1168356" cy="13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636" name="Google Shape;636;p13"/>
                <p:cNvSpPr/>
                <p:nvPr/>
              </p:nvSpPr>
              <p:spPr>
                <a:xfrm rot="10800000" flipH="1">
                  <a:off x="7651634" y="9003"/>
                  <a:ext cx="587480" cy="1008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13"/>
                <p:cNvSpPr/>
                <p:nvPr/>
              </p:nvSpPr>
              <p:spPr>
                <a:xfrm rot="10800000" flipH="1">
                  <a:off x="8239036" y="347291"/>
                  <a:ext cx="580699" cy="670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13"/>
                <p:cNvSpPr/>
                <p:nvPr/>
              </p:nvSpPr>
              <p:spPr>
                <a:xfrm rot="10800000" flipH="1">
                  <a:off x="7651814" y="-330056"/>
                  <a:ext cx="1174017" cy="678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1000">
                      <a:schemeClr val="accent2"/>
                    </a:gs>
                    <a:gs pos="100000">
                      <a:schemeClr val="accent3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13"/>
                <p:cNvSpPr/>
                <p:nvPr/>
              </p:nvSpPr>
              <p:spPr>
                <a:xfrm>
                  <a:off x="8227146" y="7903"/>
                  <a:ext cx="597306" cy="674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5" h="19021" extrusionOk="0">
                      <a:moveTo>
                        <a:pt x="0" y="9758"/>
                      </a:moveTo>
                      <a:lnTo>
                        <a:pt x="16645" y="19021"/>
                      </a:lnTo>
                      <a:lnTo>
                        <a:pt x="168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E89AD"/>
                    </a:gs>
                    <a:gs pos="100000">
                      <a:srgbClr val="2EBF91"/>
                    </a:gs>
                  </a:gsLst>
                  <a:lin ang="0" scaled="0"/>
                </a:gradFill>
                <a:ln>
                  <a:noFill/>
                </a:ln>
              </p:spPr>
            </p:sp>
          </p:grpSp>
        </p:grpSp>
        <p:grpSp>
          <p:nvGrpSpPr>
            <p:cNvPr id="640" name="Google Shape;640;p13"/>
            <p:cNvGrpSpPr/>
            <p:nvPr/>
          </p:nvGrpSpPr>
          <p:grpSpPr>
            <a:xfrm flipH="1">
              <a:off x="-96482" y="-603082"/>
              <a:ext cx="1066388" cy="1223927"/>
              <a:chOff x="6646350" y="4133672"/>
              <a:chExt cx="827363" cy="949664"/>
            </a:xfrm>
          </p:grpSpPr>
          <p:sp>
            <p:nvSpPr>
              <p:cNvPr id="641" name="Google Shape;641;p13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42" name="Google Shape;642;p13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43" name="Google Shape;643;p13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_1">
    <p:bg>
      <p:bgPr>
        <a:solidFill>
          <a:schemeClr val="lt1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4"/>
          <p:cNvSpPr txBox="1">
            <a:spLocks noGrp="1"/>
          </p:cNvSpPr>
          <p:nvPr>
            <p:ph type="title"/>
          </p:nvPr>
        </p:nvSpPr>
        <p:spPr>
          <a:xfrm>
            <a:off x="2391900" y="24764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8" name="Google Shape;648;p14"/>
          <p:cNvSpPr txBox="1">
            <a:spLocks noGrp="1"/>
          </p:cNvSpPr>
          <p:nvPr>
            <p:ph type="title" idx="2" hasCustomPrompt="1"/>
          </p:nvPr>
        </p:nvSpPr>
        <p:spPr>
          <a:xfrm>
            <a:off x="3808050" y="1112350"/>
            <a:ext cx="1527900" cy="13260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800">
                <a:latin typeface="Lexend Exa ExtraBold"/>
                <a:ea typeface="Lexend Exa ExtraBold"/>
                <a:cs typeface="Lexend Exa ExtraBold"/>
                <a:sym typeface="Lexend Exa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9" name="Google Shape;649;p14"/>
          <p:cNvSpPr txBox="1">
            <a:spLocks noGrp="1"/>
          </p:cNvSpPr>
          <p:nvPr>
            <p:ph type="subTitle" idx="1"/>
          </p:nvPr>
        </p:nvSpPr>
        <p:spPr>
          <a:xfrm>
            <a:off x="2391900" y="3318225"/>
            <a:ext cx="43602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0" name="Google Shape;650;p14"/>
          <p:cNvGrpSpPr/>
          <p:nvPr/>
        </p:nvGrpSpPr>
        <p:grpSpPr>
          <a:xfrm>
            <a:off x="-635928" y="-659994"/>
            <a:ext cx="10315516" cy="6085323"/>
            <a:chOff x="-635928" y="-659994"/>
            <a:chExt cx="10315516" cy="6085323"/>
          </a:xfrm>
        </p:grpSpPr>
        <p:grpSp>
          <p:nvGrpSpPr>
            <p:cNvPr id="651" name="Google Shape;651;p14"/>
            <p:cNvGrpSpPr/>
            <p:nvPr/>
          </p:nvGrpSpPr>
          <p:grpSpPr>
            <a:xfrm>
              <a:off x="8132602" y="1091860"/>
              <a:ext cx="1546986" cy="1355147"/>
              <a:chOff x="5284025" y="550294"/>
              <a:chExt cx="755807" cy="662081"/>
            </a:xfrm>
          </p:grpSpPr>
          <p:sp>
            <p:nvSpPr>
              <p:cNvPr id="652" name="Google Shape;652;p14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4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dk2"/>
                  </a:gs>
                  <a:gs pos="51000">
                    <a:schemeClr val="accent2"/>
                  </a:gs>
                  <a:gs pos="100000">
                    <a:schemeClr val="accent3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4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dk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14"/>
            <p:cNvGrpSpPr/>
            <p:nvPr/>
          </p:nvGrpSpPr>
          <p:grpSpPr>
            <a:xfrm rot="10800000" flipH="1">
              <a:off x="7300393" y="1"/>
              <a:ext cx="1547032" cy="787558"/>
              <a:chOff x="7625173" y="1168019"/>
              <a:chExt cx="758870" cy="386342"/>
            </a:xfrm>
          </p:grpSpPr>
          <p:sp>
            <p:nvSpPr>
              <p:cNvPr id="656" name="Google Shape;656;p14"/>
              <p:cNvSpPr/>
              <p:nvPr/>
            </p:nvSpPr>
            <p:spPr>
              <a:xfrm rot="5400000" flipH="1">
                <a:off x="7623111" y="1170081"/>
                <a:ext cx="386342" cy="382217"/>
              </a:xfrm>
              <a:custGeom>
                <a:avLst/>
                <a:gdLst/>
                <a:ahLst/>
                <a:cxnLst/>
                <a:rect l="l" t="t" r="r" b="b"/>
                <a:pathLst>
                  <a:path w="14546" h="14388" extrusionOk="0">
                    <a:moveTo>
                      <a:pt x="5010" y="1"/>
                    </a:moveTo>
                    <a:cubicBezTo>
                      <a:pt x="4580" y="75"/>
                      <a:pt x="4146" y="133"/>
                      <a:pt x="3704" y="171"/>
                    </a:cubicBezTo>
                    <a:cubicBezTo>
                      <a:pt x="3280" y="207"/>
                      <a:pt x="2855" y="225"/>
                      <a:pt x="2430" y="225"/>
                    </a:cubicBezTo>
                    <a:cubicBezTo>
                      <a:pt x="1617" y="225"/>
                      <a:pt x="805" y="159"/>
                      <a:pt x="0" y="24"/>
                    </a:cubicBezTo>
                    <a:lnTo>
                      <a:pt x="0" y="14387"/>
                    </a:lnTo>
                    <a:lnTo>
                      <a:pt x="14546" y="5991"/>
                    </a:lnTo>
                    <a:cubicBezTo>
                      <a:pt x="12271" y="2826"/>
                      <a:pt x="8846" y="675"/>
                      <a:pt x="50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 rot="5400000" flipH="1">
                <a:off x="7996907" y="1167175"/>
                <a:ext cx="386236" cy="38803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4607" extrusionOk="0">
                    <a:moveTo>
                      <a:pt x="0" y="0"/>
                    </a:moveTo>
                    <a:lnTo>
                      <a:pt x="0" y="14406"/>
                    </a:lnTo>
                    <a:cubicBezTo>
                      <a:pt x="810" y="14539"/>
                      <a:pt x="1628" y="14607"/>
                      <a:pt x="2446" y="14607"/>
                    </a:cubicBezTo>
                    <a:cubicBezTo>
                      <a:pt x="2866" y="14607"/>
                      <a:pt x="3286" y="14589"/>
                      <a:pt x="3704" y="14553"/>
                    </a:cubicBezTo>
                    <a:cubicBezTo>
                      <a:pt x="4146" y="14515"/>
                      <a:pt x="4580" y="14457"/>
                      <a:pt x="5010" y="14383"/>
                    </a:cubicBezTo>
                    <a:cubicBezTo>
                      <a:pt x="8850" y="13717"/>
                      <a:pt x="12275" y="11566"/>
                      <a:pt x="14542" y="8397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>
              <a:off x="511908" y="3123159"/>
              <a:ext cx="1147884" cy="1317374"/>
              <a:chOff x="6646350" y="4133672"/>
              <a:chExt cx="827363" cy="949664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60" name="Google Shape;660;p14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61" name="Google Shape;661;p14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4" name="Google Shape;664;p14"/>
            <p:cNvGrpSpPr/>
            <p:nvPr/>
          </p:nvGrpSpPr>
          <p:grpSpPr>
            <a:xfrm flipH="1">
              <a:off x="-172384" y="-213529"/>
              <a:ext cx="1089662" cy="1250564"/>
              <a:chOff x="7699256" y="390244"/>
              <a:chExt cx="850634" cy="976240"/>
            </a:xfrm>
          </p:grpSpPr>
          <p:sp>
            <p:nvSpPr>
              <p:cNvPr id="665" name="Google Shape;665;p14"/>
              <p:cNvSpPr/>
              <p:nvPr/>
            </p:nvSpPr>
            <p:spPr>
              <a:xfrm flipH="1">
                <a:off x="7703507" y="395089"/>
                <a:ext cx="846383" cy="970021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66" name="Google Shape;666;p14"/>
              <p:cNvSpPr/>
              <p:nvPr/>
            </p:nvSpPr>
            <p:spPr>
              <a:xfrm flipH="1">
                <a:off x="7700268" y="635024"/>
                <a:ext cx="432702" cy="488840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67" name="Google Shape;667;p14"/>
              <p:cNvSpPr/>
              <p:nvPr/>
            </p:nvSpPr>
            <p:spPr>
              <a:xfrm rot="10800000">
                <a:off x="8124293" y="635851"/>
                <a:ext cx="425590" cy="730633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4"/>
              <p:cNvSpPr/>
              <p:nvPr/>
            </p:nvSpPr>
            <p:spPr>
              <a:xfrm rot="10800000">
                <a:off x="7703679" y="880881"/>
                <a:ext cx="420678" cy="485603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14"/>
              <p:cNvSpPr/>
              <p:nvPr/>
            </p:nvSpPr>
            <p:spPr>
              <a:xfrm rot="10800000">
                <a:off x="7699256" y="390244"/>
                <a:ext cx="850497" cy="491295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0" name="Google Shape;670;p14"/>
            <p:cNvGrpSpPr/>
            <p:nvPr/>
          </p:nvGrpSpPr>
          <p:grpSpPr>
            <a:xfrm flipH="1">
              <a:off x="2505501" y="-659994"/>
              <a:ext cx="1136383" cy="1304269"/>
              <a:chOff x="6646350" y="4133672"/>
              <a:chExt cx="827363" cy="949664"/>
            </a:xfrm>
          </p:grpSpPr>
          <p:sp>
            <p:nvSpPr>
              <p:cNvPr id="671" name="Google Shape;671;p14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72" name="Google Shape;672;p14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73" name="Google Shape;673;p14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14"/>
            <p:cNvGrpSpPr/>
            <p:nvPr/>
          </p:nvGrpSpPr>
          <p:grpSpPr>
            <a:xfrm flipH="1">
              <a:off x="-56296" y="1510074"/>
              <a:ext cx="1136383" cy="1304269"/>
              <a:chOff x="6646350" y="4133672"/>
              <a:chExt cx="827363" cy="949664"/>
            </a:xfrm>
          </p:grpSpPr>
          <p:sp>
            <p:nvSpPr>
              <p:cNvPr id="677" name="Google Shape;677;p14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78" name="Google Shape;678;p14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79" name="Google Shape;679;p14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2" name="Google Shape;682;p14"/>
            <p:cNvGrpSpPr/>
            <p:nvPr/>
          </p:nvGrpSpPr>
          <p:grpSpPr>
            <a:xfrm>
              <a:off x="-635928" y="2479171"/>
              <a:ext cx="1147884" cy="1317374"/>
              <a:chOff x="6646350" y="4133672"/>
              <a:chExt cx="827363" cy="949664"/>
            </a:xfrm>
          </p:grpSpPr>
          <p:sp>
            <p:nvSpPr>
              <p:cNvPr id="683" name="Google Shape;683;p14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84" name="Google Shape;684;p14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685" name="Google Shape;685;p14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8" name="Google Shape;688;p14"/>
            <p:cNvGrpSpPr/>
            <p:nvPr/>
          </p:nvGrpSpPr>
          <p:grpSpPr>
            <a:xfrm flipH="1">
              <a:off x="7582354" y="3778868"/>
              <a:ext cx="1576261" cy="1364621"/>
              <a:chOff x="0" y="3178200"/>
              <a:chExt cx="1408004" cy="1219065"/>
            </a:xfrm>
          </p:grpSpPr>
          <p:grpSp>
            <p:nvGrpSpPr>
              <p:cNvPr id="689" name="Google Shape;689;p14"/>
              <p:cNvGrpSpPr/>
              <p:nvPr/>
            </p:nvGrpSpPr>
            <p:grpSpPr>
              <a:xfrm>
                <a:off x="0" y="3178200"/>
                <a:ext cx="1408004" cy="1219065"/>
                <a:chOff x="-1479143" y="3104800"/>
                <a:chExt cx="1213065" cy="1050375"/>
              </a:xfrm>
            </p:grpSpPr>
            <p:sp>
              <p:nvSpPr>
                <p:cNvPr id="690" name="Google Shape;690;p14"/>
                <p:cNvSpPr/>
                <p:nvPr/>
              </p:nvSpPr>
              <p:spPr>
                <a:xfrm rot="-5400000" flipH="1">
                  <a:off x="-1299459" y="3792590"/>
                  <a:ext cx="130728" cy="11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2" h="4155" extrusionOk="0">
                      <a:moveTo>
                        <a:pt x="4922" y="0"/>
                      </a:moveTo>
                      <a:cubicBezTo>
                        <a:pt x="3190" y="1271"/>
                        <a:pt x="1547" y="2658"/>
                        <a:pt x="1" y="4154"/>
                      </a:cubicBezTo>
                      <a:cubicBezTo>
                        <a:pt x="1562" y="2678"/>
                        <a:pt x="3205" y="1291"/>
                        <a:pt x="49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4"/>
                <p:cNvSpPr/>
                <p:nvPr/>
              </p:nvSpPr>
              <p:spPr>
                <a:xfrm>
                  <a:off x="-1464730" y="3117126"/>
                  <a:ext cx="1185900" cy="1025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14"/>
                <p:cNvSpPr/>
                <p:nvPr/>
              </p:nvSpPr>
              <p:spPr>
                <a:xfrm rot="-5400000" flipH="1">
                  <a:off x="-982305" y="3438920"/>
                  <a:ext cx="908113" cy="52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91" h="19738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34190" y="197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lt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14"/>
                <p:cNvSpPr/>
                <p:nvPr/>
              </p:nvSpPr>
              <p:spPr>
                <a:xfrm rot="-5400000" flipH="1">
                  <a:off x="-1617226" y="3242882"/>
                  <a:ext cx="1050342" cy="774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6" h="29028" extrusionOk="0">
                      <a:moveTo>
                        <a:pt x="39545" y="0"/>
                      </a:moveTo>
                      <a:lnTo>
                        <a:pt x="1" y="22833"/>
                      </a:lnTo>
                      <a:lnTo>
                        <a:pt x="2876" y="24496"/>
                      </a:lnTo>
                      <a:cubicBezTo>
                        <a:pt x="9288" y="27855"/>
                        <a:pt x="14703" y="29027"/>
                        <a:pt x="19140" y="29027"/>
                      </a:cubicBezTo>
                      <a:cubicBezTo>
                        <a:pt x="21929" y="29027"/>
                        <a:pt x="24332" y="28564"/>
                        <a:pt x="26352" y="27890"/>
                      </a:cubicBezTo>
                      <a:cubicBezTo>
                        <a:pt x="26275" y="27704"/>
                        <a:pt x="24779" y="24027"/>
                        <a:pt x="25829" y="18657"/>
                      </a:cubicBezTo>
                      <a:lnTo>
                        <a:pt x="25756" y="18657"/>
                      </a:lnTo>
                      <a:cubicBezTo>
                        <a:pt x="25756" y="13550"/>
                        <a:pt x="30235" y="8203"/>
                        <a:pt x="34086" y="4549"/>
                      </a:cubicBezTo>
                      <a:cubicBezTo>
                        <a:pt x="35632" y="3053"/>
                        <a:pt x="37275" y="1666"/>
                        <a:pt x="39007" y="395"/>
                      </a:cubicBezTo>
                      <a:cubicBezTo>
                        <a:pt x="39351" y="140"/>
                        <a:pt x="39545" y="0"/>
                        <a:pt x="3954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14"/>
                <p:cNvSpPr/>
                <p:nvPr/>
              </p:nvSpPr>
              <p:spPr>
                <a:xfrm rot="-5400000" flipH="1">
                  <a:off x="-1159882" y="3469624"/>
                  <a:ext cx="366289" cy="100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1" h="37472" extrusionOk="0">
                      <a:moveTo>
                        <a:pt x="13790" y="0"/>
                      </a:moveTo>
                      <a:cubicBezTo>
                        <a:pt x="13608" y="132"/>
                        <a:pt x="13430" y="264"/>
                        <a:pt x="13252" y="395"/>
                      </a:cubicBezTo>
                      <a:cubicBezTo>
                        <a:pt x="11535" y="1686"/>
                        <a:pt x="9892" y="3073"/>
                        <a:pt x="8331" y="4549"/>
                      </a:cubicBezTo>
                      <a:cubicBezTo>
                        <a:pt x="4480" y="8203"/>
                        <a:pt x="1" y="13550"/>
                        <a:pt x="1" y="18657"/>
                      </a:cubicBezTo>
                      <a:lnTo>
                        <a:pt x="74" y="18657"/>
                      </a:lnTo>
                      <a:cubicBezTo>
                        <a:pt x="109" y="18655"/>
                        <a:pt x="157" y="18655"/>
                        <a:pt x="216" y="18655"/>
                      </a:cubicBezTo>
                      <a:cubicBezTo>
                        <a:pt x="1184" y="18655"/>
                        <a:pt x="5224" y="18907"/>
                        <a:pt x="8672" y="22768"/>
                      </a:cubicBezTo>
                      <a:cubicBezTo>
                        <a:pt x="12221" y="25720"/>
                        <a:pt x="13430" y="32167"/>
                        <a:pt x="13790" y="37472"/>
                      </a:cubicBezTo>
                      <a:lnTo>
                        <a:pt x="1379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14"/>
                <p:cNvSpPr/>
                <p:nvPr/>
              </p:nvSpPr>
              <p:spPr>
                <a:xfrm rot="-5400000" flipH="1">
                  <a:off x="-1057243" y="3363983"/>
                  <a:ext cx="973982" cy="608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" h="22900" extrusionOk="0">
                      <a:moveTo>
                        <a:pt x="31548" y="1"/>
                      </a:moveTo>
                      <a:cubicBezTo>
                        <a:pt x="31548" y="1"/>
                        <a:pt x="28886" y="3321"/>
                        <a:pt x="23477" y="5127"/>
                      </a:cubicBezTo>
                      <a:cubicBezTo>
                        <a:pt x="21457" y="5801"/>
                        <a:pt x="19054" y="6264"/>
                        <a:pt x="16265" y="6264"/>
                      </a:cubicBezTo>
                      <a:cubicBezTo>
                        <a:pt x="11828" y="6264"/>
                        <a:pt x="6413" y="5092"/>
                        <a:pt x="1" y="1733"/>
                      </a:cubicBezTo>
                      <a:lnTo>
                        <a:pt x="1" y="1733"/>
                      </a:lnTo>
                      <a:lnTo>
                        <a:pt x="2481" y="3162"/>
                      </a:lnTo>
                      <a:lnTo>
                        <a:pt x="36670" y="22900"/>
                      </a:lnTo>
                      <a:lnTo>
                        <a:pt x="36670" y="14709"/>
                      </a:lnTo>
                      <a:cubicBezTo>
                        <a:pt x="36310" y="9404"/>
                        <a:pt x="35101" y="2957"/>
                        <a:pt x="31552" y="5"/>
                      </a:cubicBezTo>
                      <a:lnTo>
                        <a:pt x="31548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0000">
                      <a:schemeClr val="accent2"/>
                    </a:gs>
                    <a:gs pos="100000">
                      <a:schemeClr val="dk2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6" name="Google Shape;696;p14"/>
              <p:cNvSpPr/>
              <p:nvPr/>
            </p:nvSpPr>
            <p:spPr>
              <a:xfrm rot="-5400000" flipH="1">
                <a:off x="568148" y="3946427"/>
                <a:ext cx="300198" cy="287494"/>
              </a:xfrm>
              <a:custGeom>
                <a:avLst/>
                <a:gdLst/>
                <a:ahLst/>
                <a:cxnLst/>
                <a:rect l="l" t="t" r="r" b="b"/>
                <a:pathLst>
                  <a:path w="9648" h="9236" extrusionOk="0">
                    <a:moveTo>
                      <a:pt x="1192" y="1"/>
                    </a:moveTo>
                    <a:cubicBezTo>
                      <a:pt x="1133" y="1"/>
                      <a:pt x="1085" y="1"/>
                      <a:pt x="1050" y="3"/>
                    </a:cubicBezTo>
                    <a:cubicBezTo>
                      <a:pt x="0" y="5373"/>
                      <a:pt x="1496" y="9050"/>
                      <a:pt x="1573" y="9236"/>
                    </a:cubicBezTo>
                    <a:cubicBezTo>
                      <a:pt x="6978" y="7430"/>
                      <a:pt x="9644" y="4110"/>
                      <a:pt x="9644" y="4110"/>
                    </a:cubicBezTo>
                    <a:lnTo>
                      <a:pt x="9648" y="4114"/>
                    </a:lnTo>
                    <a:cubicBezTo>
                      <a:pt x="6200" y="253"/>
                      <a:pt x="2160" y="1"/>
                      <a:pt x="1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14"/>
            <p:cNvGrpSpPr/>
            <p:nvPr/>
          </p:nvGrpSpPr>
          <p:grpSpPr>
            <a:xfrm flipH="1">
              <a:off x="5628423" y="4490935"/>
              <a:ext cx="1547032" cy="669337"/>
              <a:chOff x="7625173" y="1168019"/>
              <a:chExt cx="758870" cy="386342"/>
            </a:xfrm>
          </p:grpSpPr>
          <p:sp>
            <p:nvSpPr>
              <p:cNvPr id="698" name="Google Shape;698;p14"/>
              <p:cNvSpPr/>
              <p:nvPr/>
            </p:nvSpPr>
            <p:spPr>
              <a:xfrm rot="5400000" flipH="1">
                <a:off x="7623111" y="1170081"/>
                <a:ext cx="386342" cy="382217"/>
              </a:xfrm>
              <a:custGeom>
                <a:avLst/>
                <a:gdLst/>
                <a:ahLst/>
                <a:cxnLst/>
                <a:rect l="l" t="t" r="r" b="b"/>
                <a:pathLst>
                  <a:path w="14546" h="14388" extrusionOk="0">
                    <a:moveTo>
                      <a:pt x="5010" y="1"/>
                    </a:moveTo>
                    <a:cubicBezTo>
                      <a:pt x="4580" y="75"/>
                      <a:pt x="4146" y="133"/>
                      <a:pt x="3704" y="171"/>
                    </a:cubicBezTo>
                    <a:cubicBezTo>
                      <a:pt x="3280" y="207"/>
                      <a:pt x="2855" y="225"/>
                      <a:pt x="2430" y="225"/>
                    </a:cubicBezTo>
                    <a:cubicBezTo>
                      <a:pt x="1617" y="225"/>
                      <a:pt x="805" y="159"/>
                      <a:pt x="0" y="24"/>
                    </a:cubicBezTo>
                    <a:lnTo>
                      <a:pt x="0" y="14387"/>
                    </a:lnTo>
                    <a:lnTo>
                      <a:pt x="14546" y="5991"/>
                    </a:lnTo>
                    <a:cubicBezTo>
                      <a:pt x="12271" y="2826"/>
                      <a:pt x="8846" y="675"/>
                      <a:pt x="50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4"/>
              <p:cNvSpPr/>
              <p:nvPr/>
            </p:nvSpPr>
            <p:spPr>
              <a:xfrm rot="5400000" flipH="1">
                <a:off x="7996907" y="1167175"/>
                <a:ext cx="386236" cy="38803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4607" extrusionOk="0">
                    <a:moveTo>
                      <a:pt x="0" y="0"/>
                    </a:moveTo>
                    <a:lnTo>
                      <a:pt x="0" y="14406"/>
                    </a:lnTo>
                    <a:cubicBezTo>
                      <a:pt x="810" y="14539"/>
                      <a:pt x="1628" y="14607"/>
                      <a:pt x="2446" y="14607"/>
                    </a:cubicBezTo>
                    <a:cubicBezTo>
                      <a:pt x="2866" y="14607"/>
                      <a:pt x="3286" y="14589"/>
                      <a:pt x="3704" y="14553"/>
                    </a:cubicBezTo>
                    <a:cubicBezTo>
                      <a:pt x="4146" y="14515"/>
                      <a:pt x="4580" y="14457"/>
                      <a:pt x="5010" y="14383"/>
                    </a:cubicBezTo>
                    <a:cubicBezTo>
                      <a:pt x="8850" y="13717"/>
                      <a:pt x="12275" y="11566"/>
                      <a:pt x="14542" y="8397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1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0" name="Google Shape;700;p14"/>
            <p:cNvGrpSpPr/>
            <p:nvPr/>
          </p:nvGrpSpPr>
          <p:grpSpPr>
            <a:xfrm>
              <a:off x="-62055" y="4107755"/>
              <a:ext cx="1147892" cy="1317574"/>
              <a:chOff x="204756" y="4145449"/>
              <a:chExt cx="1174194" cy="1347764"/>
            </a:xfrm>
          </p:grpSpPr>
          <p:grpSp>
            <p:nvGrpSpPr>
              <p:cNvPr id="701" name="Google Shape;701;p14"/>
              <p:cNvGrpSpPr/>
              <p:nvPr/>
            </p:nvGrpSpPr>
            <p:grpSpPr>
              <a:xfrm>
                <a:off x="204756" y="4145449"/>
                <a:ext cx="1174194" cy="1347764"/>
                <a:chOff x="6646350" y="4133672"/>
                <a:chExt cx="827363" cy="949664"/>
              </a:xfrm>
            </p:grpSpPr>
            <p:sp>
              <p:nvSpPr>
                <p:cNvPr id="702" name="Google Shape;702;p14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703" name="Google Shape;703;p14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4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14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1000">
                      <a:schemeClr val="accent2"/>
                    </a:gs>
                    <a:gs pos="100000">
                      <a:schemeClr val="accent3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6" name="Google Shape;706;p14"/>
              <p:cNvSpPr/>
              <p:nvPr/>
            </p:nvSpPr>
            <p:spPr>
              <a:xfrm>
                <a:off x="780277" y="4483400"/>
                <a:ext cx="597306" cy="67486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</p:sp>
        </p:grpSp>
        <p:grpSp>
          <p:nvGrpSpPr>
            <p:cNvPr id="707" name="Google Shape;707;p14"/>
            <p:cNvGrpSpPr/>
            <p:nvPr/>
          </p:nvGrpSpPr>
          <p:grpSpPr>
            <a:xfrm>
              <a:off x="3282882" y="4348350"/>
              <a:ext cx="1089647" cy="954522"/>
              <a:chOff x="5284025" y="550294"/>
              <a:chExt cx="755807" cy="662081"/>
            </a:xfrm>
          </p:grpSpPr>
          <p:sp>
            <p:nvSpPr>
              <p:cNvPr id="708" name="Google Shape;708;p14"/>
              <p:cNvSpPr/>
              <p:nvPr/>
            </p:nvSpPr>
            <p:spPr>
              <a:xfrm rot="10800000" flipH="1">
                <a:off x="5284025" y="550294"/>
                <a:ext cx="755807" cy="662081"/>
              </a:xfrm>
              <a:custGeom>
                <a:avLst/>
                <a:gdLst/>
                <a:ahLst/>
                <a:cxnLst/>
                <a:rect l="l" t="t" r="r" b="b"/>
                <a:pathLst>
                  <a:path w="18700" h="16378" extrusionOk="0">
                    <a:moveTo>
                      <a:pt x="9341" y="1"/>
                    </a:moveTo>
                    <a:cubicBezTo>
                      <a:pt x="7952" y="1"/>
                      <a:pt x="6544" y="355"/>
                      <a:pt x="5254" y="1100"/>
                    </a:cubicBezTo>
                    <a:cubicBezTo>
                      <a:pt x="1345" y="3355"/>
                      <a:pt x="0" y="8372"/>
                      <a:pt x="2259" y="12282"/>
                    </a:cubicBezTo>
                    <a:cubicBezTo>
                      <a:pt x="3777" y="14910"/>
                      <a:pt x="6530" y="16378"/>
                      <a:pt x="9360" y="16378"/>
                    </a:cubicBezTo>
                    <a:cubicBezTo>
                      <a:pt x="10748" y="16378"/>
                      <a:pt x="12156" y="16024"/>
                      <a:pt x="13445" y="15281"/>
                    </a:cubicBezTo>
                    <a:cubicBezTo>
                      <a:pt x="17355" y="13022"/>
                      <a:pt x="18699" y="8004"/>
                      <a:pt x="16440" y="4095"/>
                    </a:cubicBezTo>
                    <a:cubicBezTo>
                      <a:pt x="14923" y="1470"/>
                      <a:pt x="12171" y="1"/>
                      <a:pt x="93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>
                <a:off x="5331025" y="550438"/>
                <a:ext cx="661800" cy="661800"/>
              </a:xfrm>
              <a:prstGeom prst="pie">
                <a:avLst>
                  <a:gd name="adj1" fmla="val 0"/>
                  <a:gd name="adj2" fmla="val 16200000"/>
                </a:avLst>
              </a:pr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>
                <a:off x="5331025" y="550425"/>
                <a:ext cx="661800" cy="661800"/>
              </a:xfrm>
              <a:prstGeom prst="pie">
                <a:avLst>
                  <a:gd name="adj1" fmla="val 0"/>
                  <a:gd name="adj2" fmla="val 8494917"/>
                </a:avLst>
              </a:pr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31"/>
          <p:cNvSpPr/>
          <p:nvPr/>
        </p:nvSpPr>
        <p:spPr>
          <a:xfrm rot="-3600008">
            <a:off x="-821468" y="709143"/>
            <a:ext cx="1577998" cy="1822155"/>
          </a:xfrm>
          <a:custGeom>
            <a:avLst/>
            <a:gdLst/>
            <a:ahLst/>
            <a:cxnLst/>
            <a:rect l="l" t="t" r="r" b="b"/>
            <a:pathLst>
              <a:path w="24915" h="28770" extrusionOk="0">
                <a:moveTo>
                  <a:pt x="0" y="0"/>
                </a:moveTo>
                <a:lnTo>
                  <a:pt x="0" y="28769"/>
                </a:lnTo>
                <a:lnTo>
                  <a:pt x="24914" y="1438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6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2" name="Google Shape;1692;p31"/>
          <p:cNvGrpSpPr/>
          <p:nvPr/>
        </p:nvGrpSpPr>
        <p:grpSpPr>
          <a:xfrm>
            <a:off x="482400" y="-228632"/>
            <a:ext cx="1812004" cy="921334"/>
            <a:chOff x="482400" y="-228632"/>
            <a:chExt cx="1812004" cy="921334"/>
          </a:xfrm>
        </p:grpSpPr>
        <p:sp>
          <p:nvSpPr>
            <p:cNvPr id="1693" name="Google Shape;1693;p31"/>
            <p:cNvSpPr/>
            <p:nvPr/>
          </p:nvSpPr>
          <p:spPr>
            <a:xfrm rot="-5400000">
              <a:off x="477238" y="-223470"/>
              <a:ext cx="921334" cy="911011"/>
            </a:xfrm>
            <a:custGeom>
              <a:avLst/>
              <a:gdLst/>
              <a:ahLst/>
              <a:cxnLst/>
              <a:rect l="l" t="t" r="r" b="b"/>
              <a:pathLst>
                <a:path w="14547" h="14384" extrusionOk="0">
                  <a:moveTo>
                    <a:pt x="14546" y="1"/>
                  </a:moveTo>
                  <a:lnTo>
                    <a:pt x="1" y="8397"/>
                  </a:lnTo>
                  <a:cubicBezTo>
                    <a:pt x="2271" y="11563"/>
                    <a:pt x="5697" y="13713"/>
                    <a:pt x="9536" y="14383"/>
                  </a:cubicBezTo>
                  <a:cubicBezTo>
                    <a:pt x="10377" y="14236"/>
                    <a:pt x="11231" y="14163"/>
                    <a:pt x="12085" y="14163"/>
                  </a:cubicBezTo>
                  <a:cubicBezTo>
                    <a:pt x="12509" y="14163"/>
                    <a:pt x="12933" y="14181"/>
                    <a:pt x="13357" y="14217"/>
                  </a:cubicBezTo>
                  <a:cubicBezTo>
                    <a:pt x="13760" y="14252"/>
                    <a:pt x="14155" y="14302"/>
                    <a:pt x="14546" y="14364"/>
                  </a:cubicBezTo>
                  <a:lnTo>
                    <a:pt x="14546" y="1"/>
                  </a:lnTo>
                  <a:close/>
                </a:path>
              </a:pathLst>
            </a:custGeom>
            <a:gradFill>
              <a:gsLst>
                <a:gs pos="0">
                  <a:srgbClr val="8360C3"/>
                </a:gs>
                <a:gs pos="100000">
                  <a:srgbClr val="2EBF9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1"/>
            <p:cNvSpPr/>
            <p:nvPr/>
          </p:nvSpPr>
          <p:spPr>
            <a:xfrm rot="-5400000">
              <a:off x="1371106" y="-230595"/>
              <a:ext cx="921334" cy="925261"/>
            </a:xfrm>
            <a:custGeom>
              <a:avLst/>
              <a:gdLst/>
              <a:ahLst/>
              <a:cxnLst/>
              <a:rect l="l" t="t" r="r" b="b"/>
              <a:pathLst>
                <a:path w="14547" h="14609" extrusionOk="0">
                  <a:moveTo>
                    <a:pt x="12081" y="1"/>
                  </a:moveTo>
                  <a:cubicBezTo>
                    <a:pt x="7315" y="1"/>
                    <a:pt x="2805" y="2294"/>
                    <a:pt x="1" y="6209"/>
                  </a:cubicBezTo>
                  <a:lnTo>
                    <a:pt x="14546" y="14609"/>
                  </a:lnTo>
                  <a:lnTo>
                    <a:pt x="14546" y="203"/>
                  </a:lnTo>
                  <a:cubicBezTo>
                    <a:pt x="14155" y="141"/>
                    <a:pt x="13760" y="91"/>
                    <a:pt x="13357" y="56"/>
                  </a:cubicBezTo>
                  <a:cubicBezTo>
                    <a:pt x="12930" y="19"/>
                    <a:pt x="12505" y="1"/>
                    <a:pt x="12081" y="1"/>
                  </a:cubicBezTo>
                  <a:close/>
                </a:path>
              </a:pathLst>
            </a:custGeom>
            <a:gradFill>
              <a:gsLst>
                <a:gs pos="0">
                  <a:srgbClr val="8360C3"/>
                </a:gs>
                <a:gs pos="100000">
                  <a:srgbClr val="2EBF9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5" name="Google Shape;1695;p31"/>
          <p:cNvGrpSpPr/>
          <p:nvPr/>
        </p:nvGrpSpPr>
        <p:grpSpPr>
          <a:xfrm flipH="1">
            <a:off x="8361852" y="1630304"/>
            <a:ext cx="1107922" cy="1271601"/>
            <a:chOff x="6646350" y="4133672"/>
            <a:chExt cx="827363" cy="949664"/>
          </a:xfrm>
        </p:grpSpPr>
        <p:sp>
          <p:nvSpPr>
            <p:cNvPr id="1696" name="Google Shape;1696;p31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697" name="Google Shape;1697;p31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698" name="Google Shape;1698;p31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1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1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1" name="Google Shape;1701;p31"/>
          <p:cNvGrpSpPr/>
          <p:nvPr/>
        </p:nvGrpSpPr>
        <p:grpSpPr>
          <a:xfrm flipH="1">
            <a:off x="8240008" y="3277666"/>
            <a:ext cx="1107922" cy="1271601"/>
            <a:chOff x="6646350" y="4133672"/>
            <a:chExt cx="827363" cy="949664"/>
          </a:xfrm>
        </p:grpSpPr>
        <p:sp>
          <p:nvSpPr>
            <p:cNvPr id="1702" name="Google Shape;1702;p31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703" name="Google Shape;1703;p31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04" name="Google Shape;1704;p31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1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1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7" name="Google Shape;1707;p31"/>
          <p:cNvSpPr/>
          <p:nvPr/>
        </p:nvSpPr>
        <p:spPr>
          <a:xfrm rot="5400000" flipH="1">
            <a:off x="-537797" y="4342473"/>
            <a:ext cx="815594" cy="806735"/>
          </a:xfrm>
          <a:custGeom>
            <a:avLst/>
            <a:gdLst/>
            <a:ahLst/>
            <a:cxnLst/>
            <a:rect l="l" t="t" r="r" b="b"/>
            <a:pathLst>
              <a:path w="14546" h="14388" extrusionOk="0">
                <a:moveTo>
                  <a:pt x="5010" y="1"/>
                </a:moveTo>
                <a:cubicBezTo>
                  <a:pt x="4580" y="75"/>
                  <a:pt x="4146" y="133"/>
                  <a:pt x="3704" y="171"/>
                </a:cubicBezTo>
                <a:cubicBezTo>
                  <a:pt x="3280" y="207"/>
                  <a:pt x="2855" y="225"/>
                  <a:pt x="2430" y="225"/>
                </a:cubicBezTo>
                <a:cubicBezTo>
                  <a:pt x="1617" y="225"/>
                  <a:pt x="805" y="159"/>
                  <a:pt x="0" y="24"/>
                </a:cubicBezTo>
                <a:lnTo>
                  <a:pt x="0" y="14387"/>
                </a:lnTo>
                <a:lnTo>
                  <a:pt x="14546" y="5991"/>
                </a:lnTo>
                <a:cubicBezTo>
                  <a:pt x="12271" y="2826"/>
                  <a:pt x="8846" y="675"/>
                  <a:pt x="5010" y="1"/>
                </a:cubicBezTo>
                <a:close/>
              </a:path>
            </a:pathLst>
          </a:custGeom>
          <a:gradFill>
            <a:gsLst>
              <a:gs pos="0">
                <a:srgbClr val="5E89AD"/>
              </a:gs>
              <a:gs pos="100000">
                <a:srgbClr val="2EBF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31"/>
          <p:cNvSpPr/>
          <p:nvPr/>
        </p:nvSpPr>
        <p:spPr>
          <a:xfrm rot="5400000" flipH="1">
            <a:off x="254660" y="4336353"/>
            <a:ext cx="815370" cy="819014"/>
          </a:xfrm>
          <a:custGeom>
            <a:avLst/>
            <a:gdLst/>
            <a:ahLst/>
            <a:cxnLst/>
            <a:rect l="l" t="t" r="r" b="b"/>
            <a:pathLst>
              <a:path w="14542" h="14607" extrusionOk="0">
                <a:moveTo>
                  <a:pt x="0" y="0"/>
                </a:moveTo>
                <a:lnTo>
                  <a:pt x="0" y="14406"/>
                </a:lnTo>
                <a:cubicBezTo>
                  <a:pt x="810" y="14539"/>
                  <a:pt x="1628" y="14607"/>
                  <a:pt x="2446" y="14607"/>
                </a:cubicBezTo>
                <a:cubicBezTo>
                  <a:pt x="2866" y="14607"/>
                  <a:pt x="3286" y="14589"/>
                  <a:pt x="3704" y="14553"/>
                </a:cubicBezTo>
                <a:cubicBezTo>
                  <a:pt x="4146" y="14515"/>
                  <a:pt x="4580" y="14457"/>
                  <a:pt x="5010" y="14383"/>
                </a:cubicBezTo>
                <a:cubicBezTo>
                  <a:pt x="8850" y="13717"/>
                  <a:pt x="12275" y="11566"/>
                  <a:pt x="14542" y="839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E89AD"/>
              </a:gs>
              <a:gs pos="100000">
                <a:srgbClr val="2EBF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31"/>
          <p:cNvSpPr/>
          <p:nvPr/>
        </p:nvSpPr>
        <p:spPr>
          <a:xfrm rot="5400000" flipH="1">
            <a:off x="1352349" y="3847997"/>
            <a:ext cx="1211803" cy="1399301"/>
          </a:xfrm>
          <a:custGeom>
            <a:avLst/>
            <a:gdLst/>
            <a:ahLst/>
            <a:cxnLst/>
            <a:rect l="l" t="t" r="r" b="b"/>
            <a:pathLst>
              <a:path w="24915" h="28770" extrusionOk="0">
                <a:moveTo>
                  <a:pt x="0" y="0"/>
                </a:moveTo>
                <a:lnTo>
                  <a:pt x="0" y="28769"/>
                </a:lnTo>
                <a:lnTo>
                  <a:pt x="24914" y="1438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9000">
                <a:schemeClr val="accent2"/>
              </a:gs>
              <a:gs pos="100000">
                <a:schemeClr val="accent5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0" name="Google Shape;1710;p31"/>
          <p:cNvGrpSpPr/>
          <p:nvPr/>
        </p:nvGrpSpPr>
        <p:grpSpPr>
          <a:xfrm rot="10800000">
            <a:off x="439535" y="3040104"/>
            <a:ext cx="1281018" cy="1122227"/>
            <a:chOff x="5284025" y="550294"/>
            <a:chExt cx="755807" cy="662081"/>
          </a:xfrm>
        </p:grpSpPr>
        <p:sp>
          <p:nvSpPr>
            <p:cNvPr id="1711" name="Google Shape;1711;p31"/>
            <p:cNvSpPr/>
            <p:nvPr/>
          </p:nvSpPr>
          <p:spPr>
            <a:xfrm rot="10800000" flipH="1">
              <a:off x="5284025" y="550294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1"/>
            <p:cNvSpPr/>
            <p:nvPr/>
          </p:nvSpPr>
          <p:spPr>
            <a:xfrm>
              <a:off x="5331025" y="550438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1"/>
            <p:cNvSpPr/>
            <p:nvPr/>
          </p:nvSpPr>
          <p:spPr>
            <a:xfrm>
              <a:off x="5331025" y="550425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4" name="Google Shape;1714;p31"/>
          <p:cNvGrpSpPr/>
          <p:nvPr/>
        </p:nvGrpSpPr>
        <p:grpSpPr>
          <a:xfrm>
            <a:off x="6622511" y="3608079"/>
            <a:ext cx="1070353" cy="1228583"/>
            <a:chOff x="7975987" y="145728"/>
            <a:chExt cx="1055367" cy="1211382"/>
          </a:xfrm>
        </p:grpSpPr>
        <p:sp>
          <p:nvSpPr>
            <p:cNvPr id="1715" name="Google Shape;1715;p31"/>
            <p:cNvSpPr/>
            <p:nvPr/>
          </p:nvSpPr>
          <p:spPr>
            <a:xfrm>
              <a:off x="7975987" y="151748"/>
              <a:ext cx="1050138" cy="1203656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716" name="Google Shape;1716;p31"/>
            <p:cNvSpPr/>
            <p:nvPr/>
          </p:nvSpPr>
          <p:spPr>
            <a:xfrm>
              <a:off x="8493275" y="449473"/>
              <a:ext cx="536868" cy="606580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17" name="Google Shape;1717;p31"/>
            <p:cNvSpPr/>
            <p:nvPr/>
          </p:nvSpPr>
          <p:spPr>
            <a:xfrm rot="10800000" flipH="1">
              <a:off x="7975996" y="450487"/>
              <a:ext cx="528022" cy="906622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1"/>
            <p:cNvSpPr/>
            <p:nvPr/>
          </p:nvSpPr>
          <p:spPr>
            <a:xfrm rot="10800000" flipH="1">
              <a:off x="8503962" y="754538"/>
              <a:ext cx="521927" cy="602572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1"/>
            <p:cNvSpPr/>
            <p:nvPr/>
          </p:nvSpPr>
          <p:spPr>
            <a:xfrm rot="10800000" flipH="1">
              <a:off x="7976157" y="145728"/>
              <a:ext cx="1055197" cy="609635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0" name="Google Shape;1720;p31"/>
          <p:cNvGrpSpPr/>
          <p:nvPr/>
        </p:nvGrpSpPr>
        <p:grpSpPr>
          <a:xfrm>
            <a:off x="7325461" y="-256403"/>
            <a:ext cx="1103443" cy="1266379"/>
            <a:chOff x="7699256" y="390244"/>
            <a:chExt cx="850634" cy="976240"/>
          </a:xfrm>
        </p:grpSpPr>
        <p:sp>
          <p:nvSpPr>
            <p:cNvPr id="1721" name="Google Shape;1721;p31"/>
            <p:cNvSpPr/>
            <p:nvPr/>
          </p:nvSpPr>
          <p:spPr>
            <a:xfrm flipH="1">
              <a:off x="7703507" y="395089"/>
              <a:ext cx="846383" cy="970021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722" name="Google Shape;1722;p31"/>
            <p:cNvSpPr/>
            <p:nvPr/>
          </p:nvSpPr>
          <p:spPr>
            <a:xfrm flipH="1">
              <a:off x="7700268" y="635024"/>
              <a:ext cx="432702" cy="488840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/>
                </a:gs>
                <a:gs pos="100000">
                  <a:srgbClr val="808E8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23" name="Google Shape;1723;p31"/>
            <p:cNvSpPr/>
            <p:nvPr/>
          </p:nvSpPr>
          <p:spPr>
            <a:xfrm rot="10800000">
              <a:off x="8124293" y="635851"/>
              <a:ext cx="425590" cy="730633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1"/>
            <p:cNvSpPr/>
            <p:nvPr/>
          </p:nvSpPr>
          <p:spPr>
            <a:xfrm rot="10800000">
              <a:off x="7703679" y="880881"/>
              <a:ext cx="420678" cy="485603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1"/>
            <p:cNvSpPr/>
            <p:nvPr/>
          </p:nvSpPr>
          <p:spPr>
            <a:xfrm rot="10800000">
              <a:off x="7699256" y="390244"/>
              <a:ext cx="850497" cy="491295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6" name="Google Shape;1726;p31"/>
          <p:cNvGrpSpPr/>
          <p:nvPr/>
        </p:nvGrpSpPr>
        <p:grpSpPr>
          <a:xfrm>
            <a:off x="7692884" y="4223574"/>
            <a:ext cx="1103454" cy="1266567"/>
            <a:chOff x="6646350" y="4133672"/>
            <a:chExt cx="827363" cy="949664"/>
          </a:xfrm>
        </p:grpSpPr>
        <p:sp>
          <p:nvSpPr>
            <p:cNvPr id="1727" name="Google Shape;1727;p31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728" name="Google Shape;1728;p31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rgbClr val="5E89AD"/>
                </a:gs>
                <a:gs pos="100000">
                  <a:srgbClr val="2EBF91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29" name="Google Shape;1729;p31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51000">
                  <a:schemeClr val="accent2"/>
                </a:gs>
                <a:gs pos="100000">
                  <a:schemeClr val="dk2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1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1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1000">
                  <a:schemeClr val="accent2"/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2" name="Google Shape;1732;p31"/>
          <p:cNvGrpSpPr/>
          <p:nvPr/>
        </p:nvGrpSpPr>
        <p:grpSpPr>
          <a:xfrm rot="10800000" flipH="1">
            <a:off x="4359135" y="4510092"/>
            <a:ext cx="1445633" cy="1266362"/>
            <a:chOff x="5284025" y="550294"/>
            <a:chExt cx="755807" cy="662081"/>
          </a:xfrm>
        </p:grpSpPr>
        <p:sp>
          <p:nvSpPr>
            <p:cNvPr id="1733" name="Google Shape;1733;p31"/>
            <p:cNvSpPr/>
            <p:nvPr/>
          </p:nvSpPr>
          <p:spPr>
            <a:xfrm rot="10800000" flipH="1">
              <a:off x="5284025" y="550294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5331025" y="550438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dk2"/>
                </a:gs>
                <a:gs pos="51000">
                  <a:schemeClr val="accent2"/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5331025" y="550425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6" name="Google Shape;1736;p31"/>
          <p:cNvSpPr/>
          <p:nvPr/>
        </p:nvSpPr>
        <p:spPr>
          <a:xfrm rot="5400000" flipH="1">
            <a:off x="4362299" y="-859928"/>
            <a:ext cx="1211803" cy="1399301"/>
          </a:xfrm>
          <a:custGeom>
            <a:avLst/>
            <a:gdLst/>
            <a:ahLst/>
            <a:cxnLst/>
            <a:rect l="l" t="t" r="r" b="b"/>
            <a:pathLst>
              <a:path w="24915" h="28770" extrusionOk="0">
                <a:moveTo>
                  <a:pt x="0" y="0"/>
                </a:moveTo>
                <a:lnTo>
                  <a:pt x="0" y="28769"/>
                </a:lnTo>
                <a:lnTo>
                  <a:pt x="24914" y="1438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2"/>
          <p:cNvGrpSpPr/>
          <p:nvPr/>
        </p:nvGrpSpPr>
        <p:grpSpPr>
          <a:xfrm rot="5400000">
            <a:off x="1928083" y="4356582"/>
            <a:ext cx="1546986" cy="1355147"/>
            <a:chOff x="5284025" y="550294"/>
            <a:chExt cx="755807" cy="662081"/>
          </a:xfrm>
        </p:grpSpPr>
        <p:sp>
          <p:nvSpPr>
            <p:cNvPr id="1739" name="Google Shape;1739;p32"/>
            <p:cNvSpPr/>
            <p:nvPr/>
          </p:nvSpPr>
          <p:spPr>
            <a:xfrm rot="10800000" flipH="1">
              <a:off x="5284025" y="550294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2"/>
            <p:cNvSpPr/>
            <p:nvPr/>
          </p:nvSpPr>
          <p:spPr>
            <a:xfrm>
              <a:off x="5331025" y="550438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dk2"/>
                </a:gs>
                <a:gs pos="51000">
                  <a:schemeClr val="accent2"/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2"/>
            <p:cNvSpPr/>
            <p:nvPr/>
          </p:nvSpPr>
          <p:spPr>
            <a:xfrm>
              <a:off x="5331025" y="550425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2" name="Google Shape;1742;p32"/>
          <p:cNvGrpSpPr/>
          <p:nvPr/>
        </p:nvGrpSpPr>
        <p:grpSpPr>
          <a:xfrm rot="10800000" flipH="1">
            <a:off x="7300393" y="1"/>
            <a:ext cx="1547032" cy="787558"/>
            <a:chOff x="7625173" y="1168019"/>
            <a:chExt cx="758870" cy="386342"/>
          </a:xfrm>
        </p:grpSpPr>
        <p:sp>
          <p:nvSpPr>
            <p:cNvPr id="1743" name="Google Shape;1743;p32"/>
            <p:cNvSpPr/>
            <p:nvPr/>
          </p:nvSpPr>
          <p:spPr>
            <a:xfrm rot="5400000" flipH="1">
              <a:off x="7623111" y="1170081"/>
              <a:ext cx="386342" cy="382217"/>
            </a:xfrm>
            <a:custGeom>
              <a:avLst/>
              <a:gdLst/>
              <a:ahLst/>
              <a:cxnLst/>
              <a:rect l="l" t="t" r="r" b="b"/>
              <a:pathLst>
                <a:path w="14546" h="14388" extrusionOk="0">
                  <a:moveTo>
                    <a:pt x="5010" y="1"/>
                  </a:moveTo>
                  <a:cubicBezTo>
                    <a:pt x="4580" y="75"/>
                    <a:pt x="4146" y="133"/>
                    <a:pt x="3704" y="171"/>
                  </a:cubicBezTo>
                  <a:cubicBezTo>
                    <a:pt x="3280" y="207"/>
                    <a:pt x="2855" y="225"/>
                    <a:pt x="2430" y="225"/>
                  </a:cubicBezTo>
                  <a:cubicBezTo>
                    <a:pt x="1617" y="225"/>
                    <a:pt x="805" y="159"/>
                    <a:pt x="0" y="24"/>
                  </a:cubicBezTo>
                  <a:lnTo>
                    <a:pt x="0" y="14387"/>
                  </a:lnTo>
                  <a:lnTo>
                    <a:pt x="14546" y="5991"/>
                  </a:lnTo>
                  <a:cubicBezTo>
                    <a:pt x="12271" y="2826"/>
                    <a:pt x="8846" y="675"/>
                    <a:pt x="5010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2"/>
            <p:cNvSpPr/>
            <p:nvPr/>
          </p:nvSpPr>
          <p:spPr>
            <a:xfrm rot="5400000" flipH="1">
              <a:off x="7996907" y="1167175"/>
              <a:ext cx="386236" cy="388035"/>
            </a:xfrm>
            <a:custGeom>
              <a:avLst/>
              <a:gdLst/>
              <a:ahLst/>
              <a:cxnLst/>
              <a:rect l="l" t="t" r="r" b="b"/>
              <a:pathLst>
                <a:path w="14542" h="14607" extrusionOk="0">
                  <a:moveTo>
                    <a:pt x="0" y="0"/>
                  </a:moveTo>
                  <a:lnTo>
                    <a:pt x="0" y="14406"/>
                  </a:lnTo>
                  <a:cubicBezTo>
                    <a:pt x="810" y="14539"/>
                    <a:pt x="1628" y="14607"/>
                    <a:pt x="2446" y="14607"/>
                  </a:cubicBezTo>
                  <a:cubicBezTo>
                    <a:pt x="2866" y="14607"/>
                    <a:pt x="3286" y="14589"/>
                    <a:pt x="3704" y="14553"/>
                  </a:cubicBezTo>
                  <a:cubicBezTo>
                    <a:pt x="4146" y="14515"/>
                    <a:pt x="4580" y="14457"/>
                    <a:pt x="5010" y="14383"/>
                  </a:cubicBezTo>
                  <a:cubicBezTo>
                    <a:pt x="8850" y="13717"/>
                    <a:pt x="12275" y="11566"/>
                    <a:pt x="14542" y="8397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5" name="Google Shape;1745;p32"/>
          <p:cNvGrpSpPr/>
          <p:nvPr/>
        </p:nvGrpSpPr>
        <p:grpSpPr>
          <a:xfrm flipH="1">
            <a:off x="65639" y="2492106"/>
            <a:ext cx="1136383" cy="1304269"/>
            <a:chOff x="6646350" y="4133672"/>
            <a:chExt cx="827363" cy="949664"/>
          </a:xfrm>
        </p:grpSpPr>
        <p:sp>
          <p:nvSpPr>
            <p:cNvPr id="1746" name="Google Shape;1746;p32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747" name="Google Shape;1747;p32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48" name="Google Shape;1748;p32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2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2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1" name="Google Shape;1751;p32"/>
          <p:cNvGrpSpPr/>
          <p:nvPr/>
        </p:nvGrpSpPr>
        <p:grpSpPr>
          <a:xfrm flipH="1">
            <a:off x="6706354" y="3778868"/>
            <a:ext cx="1576261" cy="1364621"/>
            <a:chOff x="0" y="3178200"/>
            <a:chExt cx="1408004" cy="1219065"/>
          </a:xfrm>
        </p:grpSpPr>
        <p:grpSp>
          <p:nvGrpSpPr>
            <p:cNvPr id="1752" name="Google Shape;1752;p32"/>
            <p:cNvGrpSpPr/>
            <p:nvPr/>
          </p:nvGrpSpPr>
          <p:grpSpPr>
            <a:xfrm>
              <a:off x="0" y="3178200"/>
              <a:ext cx="1408004" cy="1219065"/>
              <a:chOff x="-1479143" y="3104800"/>
              <a:chExt cx="1213065" cy="1050375"/>
            </a:xfrm>
          </p:grpSpPr>
          <p:sp>
            <p:nvSpPr>
              <p:cNvPr id="1753" name="Google Shape;1753;p32"/>
              <p:cNvSpPr/>
              <p:nvPr/>
            </p:nvSpPr>
            <p:spPr>
              <a:xfrm rot="-5400000" flipH="1">
                <a:off x="-1299459" y="3792590"/>
                <a:ext cx="130728" cy="110378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4155" extrusionOk="0">
                    <a:moveTo>
                      <a:pt x="4922" y="0"/>
                    </a:moveTo>
                    <a:cubicBezTo>
                      <a:pt x="3190" y="1271"/>
                      <a:pt x="1547" y="2658"/>
                      <a:pt x="1" y="4154"/>
                    </a:cubicBezTo>
                    <a:cubicBezTo>
                      <a:pt x="1562" y="2678"/>
                      <a:pt x="3205" y="1291"/>
                      <a:pt x="492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2"/>
              <p:cNvSpPr/>
              <p:nvPr/>
            </p:nvSpPr>
            <p:spPr>
              <a:xfrm>
                <a:off x="-1464730" y="3117126"/>
                <a:ext cx="1185900" cy="10257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2"/>
              <p:cNvSpPr/>
              <p:nvPr/>
            </p:nvSpPr>
            <p:spPr>
              <a:xfrm rot="-5400000" flipH="1">
                <a:off x="-982305" y="3438920"/>
                <a:ext cx="908113" cy="524340"/>
              </a:xfrm>
              <a:custGeom>
                <a:avLst/>
                <a:gdLst/>
                <a:ahLst/>
                <a:cxnLst/>
                <a:rect l="l" t="t" r="r" b="b"/>
                <a:pathLst>
                  <a:path w="34191" h="19738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34190" y="1973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2"/>
              <p:cNvSpPr/>
              <p:nvPr/>
            </p:nvSpPr>
            <p:spPr>
              <a:xfrm rot="-5400000" flipH="1">
                <a:off x="-1617226" y="3242882"/>
                <a:ext cx="1050342" cy="774177"/>
              </a:xfrm>
              <a:custGeom>
                <a:avLst/>
                <a:gdLst/>
                <a:ahLst/>
                <a:cxnLst/>
                <a:rect l="l" t="t" r="r" b="b"/>
                <a:pathLst>
                  <a:path w="39546" h="29028" extrusionOk="0">
                    <a:moveTo>
                      <a:pt x="39545" y="0"/>
                    </a:moveTo>
                    <a:lnTo>
                      <a:pt x="1" y="22833"/>
                    </a:lnTo>
                    <a:lnTo>
                      <a:pt x="2876" y="24496"/>
                    </a:lnTo>
                    <a:cubicBezTo>
                      <a:pt x="9288" y="27855"/>
                      <a:pt x="14703" y="29027"/>
                      <a:pt x="19140" y="29027"/>
                    </a:cubicBezTo>
                    <a:cubicBezTo>
                      <a:pt x="21929" y="29027"/>
                      <a:pt x="24332" y="28564"/>
                      <a:pt x="26352" y="27890"/>
                    </a:cubicBezTo>
                    <a:cubicBezTo>
                      <a:pt x="26275" y="27704"/>
                      <a:pt x="24779" y="24027"/>
                      <a:pt x="25829" y="18657"/>
                    </a:cubicBezTo>
                    <a:lnTo>
                      <a:pt x="25756" y="18657"/>
                    </a:lnTo>
                    <a:cubicBezTo>
                      <a:pt x="25756" y="13550"/>
                      <a:pt x="30235" y="8203"/>
                      <a:pt x="34086" y="4549"/>
                    </a:cubicBezTo>
                    <a:cubicBezTo>
                      <a:pt x="35632" y="3053"/>
                      <a:pt x="37275" y="1666"/>
                      <a:pt x="39007" y="395"/>
                    </a:cubicBezTo>
                    <a:cubicBezTo>
                      <a:pt x="39351" y="140"/>
                      <a:pt x="39545" y="0"/>
                      <a:pt x="395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2"/>
              <p:cNvSpPr/>
              <p:nvPr/>
            </p:nvSpPr>
            <p:spPr>
              <a:xfrm rot="-5400000" flipH="1">
                <a:off x="-1159882" y="3469624"/>
                <a:ext cx="366289" cy="1004812"/>
              </a:xfrm>
              <a:custGeom>
                <a:avLst/>
                <a:gdLst/>
                <a:ahLst/>
                <a:cxnLst/>
                <a:rect l="l" t="t" r="r" b="b"/>
                <a:pathLst>
                  <a:path w="13791" h="37472" extrusionOk="0">
                    <a:moveTo>
                      <a:pt x="13790" y="0"/>
                    </a:moveTo>
                    <a:cubicBezTo>
                      <a:pt x="13608" y="132"/>
                      <a:pt x="13430" y="264"/>
                      <a:pt x="13252" y="395"/>
                    </a:cubicBezTo>
                    <a:cubicBezTo>
                      <a:pt x="11535" y="1686"/>
                      <a:pt x="9892" y="3073"/>
                      <a:pt x="8331" y="4549"/>
                    </a:cubicBezTo>
                    <a:cubicBezTo>
                      <a:pt x="4480" y="8203"/>
                      <a:pt x="1" y="13550"/>
                      <a:pt x="1" y="18657"/>
                    </a:cubicBezTo>
                    <a:lnTo>
                      <a:pt x="74" y="18657"/>
                    </a:lnTo>
                    <a:cubicBezTo>
                      <a:pt x="109" y="18655"/>
                      <a:pt x="157" y="18655"/>
                      <a:pt x="216" y="18655"/>
                    </a:cubicBezTo>
                    <a:cubicBezTo>
                      <a:pt x="1184" y="18655"/>
                      <a:pt x="5224" y="18907"/>
                      <a:pt x="8672" y="22768"/>
                    </a:cubicBezTo>
                    <a:cubicBezTo>
                      <a:pt x="12221" y="25720"/>
                      <a:pt x="13430" y="32167"/>
                      <a:pt x="13790" y="37472"/>
                    </a:cubicBezTo>
                    <a:lnTo>
                      <a:pt x="13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1000">
                    <a:schemeClr val="accent2"/>
                  </a:gs>
                  <a:gs pos="100000">
                    <a:schemeClr val="dk2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2"/>
              <p:cNvSpPr/>
              <p:nvPr/>
            </p:nvSpPr>
            <p:spPr>
              <a:xfrm rot="-5400000" flipH="1">
                <a:off x="-1057243" y="3363983"/>
                <a:ext cx="973982" cy="608339"/>
              </a:xfrm>
              <a:custGeom>
                <a:avLst/>
                <a:gdLst/>
                <a:ahLst/>
                <a:cxnLst/>
                <a:rect l="l" t="t" r="r" b="b"/>
                <a:pathLst>
                  <a:path w="36671" h="22900" extrusionOk="0">
                    <a:moveTo>
                      <a:pt x="31548" y="1"/>
                    </a:moveTo>
                    <a:cubicBezTo>
                      <a:pt x="31548" y="1"/>
                      <a:pt x="28886" y="3321"/>
                      <a:pt x="23477" y="5127"/>
                    </a:cubicBezTo>
                    <a:cubicBezTo>
                      <a:pt x="21457" y="5801"/>
                      <a:pt x="19054" y="6264"/>
                      <a:pt x="16265" y="6264"/>
                    </a:cubicBezTo>
                    <a:cubicBezTo>
                      <a:pt x="11828" y="6264"/>
                      <a:pt x="6413" y="5092"/>
                      <a:pt x="1" y="1733"/>
                    </a:cubicBezTo>
                    <a:lnTo>
                      <a:pt x="1" y="1733"/>
                    </a:lnTo>
                    <a:lnTo>
                      <a:pt x="2481" y="3162"/>
                    </a:lnTo>
                    <a:lnTo>
                      <a:pt x="36670" y="22900"/>
                    </a:lnTo>
                    <a:lnTo>
                      <a:pt x="36670" y="14709"/>
                    </a:lnTo>
                    <a:cubicBezTo>
                      <a:pt x="36310" y="9404"/>
                      <a:pt x="35101" y="2957"/>
                      <a:pt x="31552" y="5"/>
                    </a:cubicBezTo>
                    <a:lnTo>
                      <a:pt x="3154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5000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9" name="Google Shape;1759;p32"/>
            <p:cNvSpPr/>
            <p:nvPr/>
          </p:nvSpPr>
          <p:spPr>
            <a:xfrm rot="-5400000" flipH="1">
              <a:off x="568148" y="3946427"/>
              <a:ext cx="300198" cy="287494"/>
            </a:xfrm>
            <a:custGeom>
              <a:avLst/>
              <a:gdLst/>
              <a:ahLst/>
              <a:cxnLst/>
              <a:rect l="l" t="t" r="r" b="b"/>
              <a:pathLst>
                <a:path w="9648" h="9236" extrusionOk="0">
                  <a:moveTo>
                    <a:pt x="1192" y="1"/>
                  </a:moveTo>
                  <a:cubicBezTo>
                    <a:pt x="1133" y="1"/>
                    <a:pt x="1085" y="1"/>
                    <a:pt x="1050" y="3"/>
                  </a:cubicBezTo>
                  <a:cubicBezTo>
                    <a:pt x="0" y="5373"/>
                    <a:pt x="1496" y="9050"/>
                    <a:pt x="1573" y="9236"/>
                  </a:cubicBezTo>
                  <a:cubicBezTo>
                    <a:pt x="6978" y="7430"/>
                    <a:pt x="9644" y="4110"/>
                    <a:pt x="9644" y="4110"/>
                  </a:cubicBezTo>
                  <a:lnTo>
                    <a:pt x="9648" y="4114"/>
                  </a:lnTo>
                  <a:cubicBezTo>
                    <a:pt x="6200" y="253"/>
                    <a:pt x="2160" y="1"/>
                    <a:pt x="1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32"/>
          <p:cNvGrpSpPr/>
          <p:nvPr/>
        </p:nvGrpSpPr>
        <p:grpSpPr>
          <a:xfrm flipH="1">
            <a:off x="-7" y="4355951"/>
            <a:ext cx="1547032" cy="787558"/>
            <a:chOff x="7625173" y="1168019"/>
            <a:chExt cx="758870" cy="386342"/>
          </a:xfrm>
        </p:grpSpPr>
        <p:sp>
          <p:nvSpPr>
            <p:cNvPr id="1761" name="Google Shape;1761;p32"/>
            <p:cNvSpPr/>
            <p:nvPr/>
          </p:nvSpPr>
          <p:spPr>
            <a:xfrm rot="5400000" flipH="1">
              <a:off x="7623111" y="1170081"/>
              <a:ext cx="386342" cy="382217"/>
            </a:xfrm>
            <a:custGeom>
              <a:avLst/>
              <a:gdLst/>
              <a:ahLst/>
              <a:cxnLst/>
              <a:rect l="l" t="t" r="r" b="b"/>
              <a:pathLst>
                <a:path w="14546" h="14388" extrusionOk="0">
                  <a:moveTo>
                    <a:pt x="5010" y="1"/>
                  </a:moveTo>
                  <a:cubicBezTo>
                    <a:pt x="4580" y="75"/>
                    <a:pt x="4146" y="133"/>
                    <a:pt x="3704" y="171"/>
                  </a:cubicBezTo>
                  <a:cubicBezTo>
                    <a:pt x="3280" y="207"/>
                    <a:pt x="2855" y="225"/>
                    <a:pt x="2430" y="225"/>
                  </a:cubicBezTo>
                  <a:cubicBezTo>
                    <a:pt x="1617" y="225"/>
                    <a:pt x="805" y="159"/>
                    <a:pt x="0" y="24"/>
                  </a:cubicBezTo>
                  <a:lnTo>
                    <a:pt x="0" y="14387"/>
                  </a:lnTo>
                  <a:lnTo>
                    <a:pt x="14546" y="5991"/>
                  </a:lnTo>
                  <a:cubicBezTo>
                    <a:pt x="12271" y="2826"/>
                    <a:pt x="8846" y="675"/>
                    <a:pt x="5010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2"/>
            <p:cNvSpPr/>
            <p:nvPr/>
          </p:nvSpPr>
          <p:spPr>
            <a:xfrm rot="5400000" flipH="1">
              <a:off x="7996907" y="1167175"/>
              <a:ext cx="386236" cy="388035"/>
            </a:xfrm>
            <a:custGeom>
              <a:avLst/>
              <a:gdLst/>
              <a:ahLst/>
              <a:cxnLst/>
              <a:rect l="l" t="t" r="r" b="b"/>
              <a:pathLst>
                <a:path w="14542" h="14607" extrusionOk="0">
                  <a:moveTo>
                    <a:pt x="0" y="0"/>
                  </a:moveTo>
                  <a:lnTo>
                    <a:pt x="0" y="14406"/>
                  </a:lnTo>
                  <a:cubicBezTo>
                    <a:pt x="810" y="14539"/>
                    <a:pt x="1628" y="14607"/>
                    <a:pt x="2446" y="14607"/>
                  </a:cubicBezTo>
                  <a:cubicBezTo>
                    <a:pt x="2866" y="14607"/>
                    <a:pt x="3286" y="14589"/>
                    <a:pt x="3704" y="14553"/>
                  </a:cubicBezTo>
                  <a:cubicBezTo>
                    <a:pt x="4146" y="14515"/>
                    <a:pt x="4580" y="14457"/>
                    <a:pt x="5010" y="14383"/>
                  </a:cubicBezTo>
                  <a:cubicBezTo>
                    <a:pt x="8850" y="13717"/>
                    <a:pt x="12275" y="11566"/>
                    <a:pt x="14542" y="8397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32"/>
          <p:cNvGrpSpPr/>
          <p:nvPr/>
        </p:nvGrpSpPr>
        <p:grpSpPr>
          <a:xfrm rot="5400000">
            <a:off x="1972222" y="-2523179"/>
            <a:ext cx="2295719" cy="5638858"/>
            <a:chOff x="-344478" y="436521"/>
            <a:chExt cx="2295719" cy="5638858"/>
          </a:xfrm>
        </p:grpSpPr>
        <p:grpSp>
          <p:nvGrpSpPr>
            <p:cNvPr id="1764" name="Google Shape;1764;p32"/>
            <p:cNvGrpSpPr/>
            <p:nvPr/>
          </p:nvGrpSpPr>
          <p:grpSpPr>
            <a:xfrm>
              <a:off x="803358" y="3773209"/>
              <a:ext cx="1147884" cy="1317374"/>
              <a:chOff x="6646350" y="4133672"/>
              <a:chExt cx="827363" cy="949664"/>
            </a:xfrm>
          </p:grpSpPr>
          <p:sp>
            <p:nvSpPr>
              <p:cNvPr id="1765" name="Google Shape;1765;p3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66" name="Google Shape;1766;p3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767" name="Google Shape;1767;p3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0" name="Google Shape;1770;p32"/>
            <p:cNvGrpSpPr/>
            <p:nvPr/>
          </p:nvGrpSpPr>
          <p:grpSpPr>
            <a:xfrm flipH="1">
              <a:off x="42866" y="436521"/>
              <a:ext cx="1089662" cy="1250564"/>
              <a:chOff x="7699256" y="390244"/>
              <a:chExt cx="850634" cy="976240"/>
            </a:xfrm>
          </p:grpSpPr>
          <p:sp>
            <p:nvSpPr>
              <p:cNvPr id="1771" name="Google Shape;1771;p32"/>
              <p:cNvSpPr/>
              <p:nvPr/>
            </p:nvSpPr>
            <p:spPr>
              <a:xfrm flipH="1">
                <a:off x="7703507" y="395089"/>
                <a:ext cx="846383" cy="970021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72" name="Google Shape;1772;p32"/>
              <p:cNvSpPr/>
              <p:nvPr/>
            </p:nvSpPr>
            <p:spPr>
              <a:xfrm flipH="1">
                <a:off x="7700268" y="635024"/>
                <a:ext cx="432702" cy="488840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773" name="Google Shape;1773;p32"/>
              <p:cNvSpPr/>
              <p:nvPr/>
            </p:nvSpPr>
            <p:spPr>
              <a:xfrm rot="10800000">
                <a:off x="8124293" y="635851"/>
                <a:ext cx="425590" cy="730633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2"/>
              <p:cNvSpPr/>
              <p:nvPr/>
            </p:nvSpPr>
            <p:spPr>
              <a:xfrm rot="10800000">
                <a:off x="7703679" y="880881"/>
                <a:ext cx="420678" cy="485603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2"/>
              <p:cNvSpPr/>
              <p:nvPr/>
            </p:nvSpPr>
            <p:spPr>
              <a:xfrm rot="10800000">
                <a:off x="7699256" y="390244"/>
                <a:ext cx="850497" cy="491295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6" name="Google Shape;1776;p32"/>
            <p:cNvGrpSpPr/>
            <p:nvPr/>
          </p:nvGrpSpPr>
          <p:grpSpPr>
            <a:xfrm flipH="1">
              <a:off x="235154" y="2160124"/>
              <a:ext cx="1136383" cy="1304269"/>
              <a:chOff x="6646350" y="4133672"/>
              <a:chExt cx="827363" cy="949664"/>
            </a:xfrm>
          </p:grpSpPr>
          <p:sp>
            <p:nvSpPr>
              <p:cNvPr id="1777" name="Google Shape;1777;p3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78" name="Google Shape;1778;p3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779" name="Google Shape;1779;p3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2" name="Google Shape;1782;p32"/>
            <p:cNvGrpSpPr/>
            <p:nvPr/>
          </p:nvGrpSpPr>
          <p:grpSpPr>
            <a:xfrm>
              <a:off x="-344478" y="3129221"/>
              <a:ext cx="1147884" cy="1317374"/>
              <a:chOff x="6646350" y="4133672"/>
              <a:chExt cx="827363" cy="949664"/>
            </a:xfrm>
          </p:grpSpPr>
          <p:sp>
            <p:nvSpPr>
              <p:cNvPr id="1783" name="Google Shape;1783;p32"/>
              <p:cNvSpPr/>
              <p:nvPr/>
            </p:nvSpPr>
            <p:spPr>
              <a:xfrm>
                <a:off x="6646350" y="4138400"/>
                <a:ext cx="823250" cy="943600"/>
              </a:xfrm>
              <a:custGeom>
                <a:avLst/>
                <a:gdLst/>
                <a:ahLst/>
                <a:cxnLst/>
                <a:rect l="l" t="t" r="r" b="b"/>
                <a:pathLst>
                  <a:path w="32930" h="37744" extrusionOk="0">
                    <a:moveTo>
                      <a:pt x="0" y="28280"/>
                    </a:moveTo>
                    <a:lnTo>
                      <a:pt x="16643" y="37744"/>
                    </a:lnTo>
                    <a:lnTo>
                      <a:pt x="32756" y="28332"/>
                    </a:lnTo>
                    <a:lnTo>
                      <a:pt x="32930" y="9335"/>
                    </a:lnTo>
                    <a:lnTo>
                      <a:pt x="16643" y="0"/>
                    </a:lnTo>
                    <a:lnTo>
                      <a:pt x="260" y="94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84" name="Google Shape;1784;p32"/>
              <p:cNvSpPr/>
              <p:nvPr/>
            </p:nvSpPr>
            <p:spPr>
              <a:xfrm>
                <a:off x="7051875" y="4371800"/>
                <a:ext cx="420875" cy="47552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70000">
                    <a:schemeClr val="accent1"/>
                  </a:gs>
                  <a:gs pos="100000">
                    <a:srgbClr val="808E80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785" name="Google Shape;1785;p32"/>
              <p:cNvSpPr/>
              <p:nvPr/>
            </p:nvSpPr>
            <p:spPr>
              <a:xfrm rot="10800000" flipH="1">
                <a:off x="6646357" y="4372583"/>
                <a:ext cx="413947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13082" h="22462" extrusionOk="0">
                    <a:moveTo>
                      <a:pt x="13081" y="14910"/>
                    </a:moveTo>
                    <a:lnTo>
                      <a:pt x="13081" y="0"/>
                    </a:lnTo>
                    <a:lnTo>
                      <a:pt x="13066" y="8"/>
                    </a:lnTo>
                    <a:lnTo>
                      <a:pt x="1" y="7552"/>
                    </a:lnTo>
                    <a:lnTo>
                      <a:pt x="1" y="7552"/>
                    </a:lnTo>
                    <a:lnTo>
                      <a:pt x="1" y="22457"/>
                    </a:lnTo>
                    <a:lnTo>
                      <a:pt x="5" y="2246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46000">
                    <a:schemeClr val="accent5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2"/>
              <p:cNvSpPr/>
              <p:nvPr/>
            </p:nvSpPr>
            <p:spPr>
              <a:xfrm rot="10800000" flipH="1">
                <a:off x="7060253" y="4610946"/>
                <a:ext cx="409169" cy="472391"/>
              </a:xfrm>
              <a:custGeom>
                <a:avLst/>
                <a:gdLst/>
                <a:ahLst/>
                <a:cxnLst/>
                <a:rect l="l" t="t" r="r" b="b"/>
                <a:pathLst>
                  <a:path w="12931" h="14929" extrusionOk="0">
                    <a:moveTo>
                      <a:pt x="0" y="0"/>
                    </a:moveTo>
                    <a:lnTo>
                      <a:pt x="0" y="14910"/>
                    </a:lnTo>
                    <a:lnTo>
                      <a:pt x="0" y="14929"/>
                    </a:lnTo>
                    <a:lnTo>
                      <a:pt x="0" y="14929"/>
                    </a:lnTo>
                    <a:lnTo>
                      <a:pt x="16" y="14921"/>
                    </a:lnTo>
                    <a:lnTo>
                      <a:pt x="12930" y="7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2"/>
              <p:cNvSpPr/>
              <p:nvPr/>
            </p:nvSpPr>
            <p:spPr>
              <a:xfrm rot="10800000" flipH="1">
                <a:off x="6646483" y="4133672"/>
                <a:ext cx="827230" cy="477928"/>
              </a:xfrm>
              <a:custGeom>
                <a:avLst/>
                <a:gdLst/>
                <a:ahLst/>
                <a:cxnLst/>
                <a:rect l="l" t="t" r="r" b="b"/>
                <a:pathLst>
                  <a:path w="26143" h="15104" extrusionOk="0">
                    <a:moveTo>
                      <a:pt x="26143" y="7564"/>
                    </a:moveTo>
                    <a:lnTo>
                      <a:pt x="13077" y="20"/>
                    </a:lnTo>
                    <a:lnTo>
                      <a:pt x="13077" y="20"/>
                    </a:lnTo>
                    <a:lnTo>
                      <a:pt x="13077" y="1"/>
                    </a:lnTo>
                    <a:lnTo>
                      <a:pt x="1" y="7552"/>
                    </a:lnTo>
                    <a:lnTo>
                      <a:pt x="12" y="7556"/>
                    </a:lnTo>
                    <a:lnTo>
                      <a:pt x="13077" y="15100"/>
                    </a:lnTo>
                    <a:lnTo>
                      <a:pt x="13077" y="151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8" name="Google Shape;1788;p32"/>
            <p:cNvGrpSpPr/>
            <p:nvPr/>
          </p:nvGrpSpPr>
          <p:grpSpPr>
            <a:xfrm>
              <a:off x="229395" y="4757805"/>
              <a:ext cx="1147892" cy="1317574"/>
              <a:chOff x="204756" y="4145449"/>
              <a:chExt cx="1174194" cy="1347764"/>
            </a:xfrm>
          </p:grpSpPr>
          <p:grpSp>
            <p:nvGrpSpPr>
              <p:cNvPr id="1789" name="Google Shape;1789;p32"/>
              <p:cNvGrpSpPr/>
              <p:nvPr/>
            </p:nvGrpSpPr>
            <p:grpSpPr>
              <a:xfrm>
                <a:off x="204756" y="4145449"/>
                <a:ext cx="1174194" cy="1347764"/>
                <a:chOff x="6646350" y="4133672"/>
                <a:chExt cx="827363" cy="949664"/>
              </a:xfrm>
            </p:grpSpPr>
            <p:sp>
              <p:nvSpPr>
                <p:cNvPr id="1790" name="Google Shape;1790;p32"/>
                <p:cNvSpPr/>
                <p:nvPr/>
              </p:nvSpPr>
              <p:spPr>
                <a:xfrm>
                  <a:off x="6646350" y="4138400"/>
                  <a:ext cx="823250" cy="9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0" h="37744" extrusionOk="0">
                      <a:moveTo>
                        <a:pt x="0" y="28280"/>
                      </a:moveTo>
                      <a:lnTo>
                        <a:pt x="16643" y="37744"/>
                      </a:lnTo>
                      <a:lnTo>
                        <a:pt x="32756" y="28332"/>
                      </a:lnTo>
                      <a:lnTo>
                        <a:pt x="32930" y="9335"/>
                      </a:lnTo>
                      <a:lnTo>
                        <a:pt x="16643" y="0"/>
                      </a:lnTo>
                      <a:lnTo>
                        <a:pt x="260" y="94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1791" name="Google Shape;1791;p32"/>
                <p:cNvSpPr/>
                <p:nvPr/>
              </p:nvSpPr>
              <p:spPr>
                <a:xfrm rot="10800000" flipH="1">
                  <a:off x="6646357" y="4372583"/>
                  <a:ext cx="413947" cy="71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2" h="22462" extrusionOk="0">
                      <a:moveTo>
                        <a:pt x="13081" y="14910"/>
                      </a:moveTo>
                      <a:lnTo>
                        <a:pt x="13081" y="0"/>
                      </a:lnTo>
                      <a:lnTo>
                        <a:pt x="13066" y="8"/>
                      </a:lnTo>
                      <a:lnTo>
                        <a:pt x="1" y="7552"/>
                      </a:lnTo>
                      <a:lnTo>
                        <a:pt x="1" y="7552"/>
                      </a:lnTo>
                      <a:lnTo>
                        <a:pt x="1" y="22457"/>
                      </a:lnTo>
                      <a:lnTo>
                        <a:pt x="5" y="224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51000">
                      <a:schemeClr val="accent2"/>
                    </a:gs>
                    <a:gs pos="100000">
                      <a:schemeClr val="dk2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32"/>
                <p:cNvSpPr/>
                <p:nvPr/>
              </p:nvSpPr>
              <p:spPr>
                <a:xfrm rot="10800000" flipH="1">
                  <a:off x="7060253" y="4610946"/>
                  <a:ext cx="409169" cy="47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1" h="14929" extrusionOk="0">
                      <a:moveTo>
                        <a:pt x="0" y="0"/>
                      </a:moveTo>
                      <a:lnTo>
                        <a:pt x="0" y="14910"/>
                      </a:lnTo>
                      <a:lnTo>
                        <a:pt x="0" y="14929"/>
                      </a:lnTo>
                      <a:lnTo>
                        <a:pt x="0" y="14929"/>
                      </a:lnTo>
                      <a:lnTo>
                        <a:pt x="16" y="14921"/>
                      </a:lnTo>
                      <a:lnTo>
                        <a:pt x="12930" y="74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dk2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32"/>
                <p:cNvSpPr/>
                <p:nvPr/>
              </p:nvSpPr>
              <p:spPr>
                <a:xfrm rot="10800000" flipH="1">
                  <a:off x="6646483" y="4133672"/>
                  <a:ext cx="827230" cy="47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43" h="15104" extrusionOk="0">
                      <a:moveTo>
                        <a:pt x="26143" y="7564"/>
                      </a:moveTo>
                      <a:lnTo>
                        <a:pt x="13077" y="20"/>
                      </a:lnTo>
                      <a:lnTo>
                        <a:pt x="13077" y="20"/>
                      </a:lnTo>
                      <a:lnTo>
                        <a:pt x="13077" y="1"/>
                      </a:lnTo>
                      <a:lnTo>
                        <a:pt x="1" y="7552"/>
                      </a:lnTo>
                      <a:lnTo>
                        <a:pt x="12" y="7556"/>
                      </a:lnTo>
                      <a:lnTo>
                        <a:pt x="13077" y="15100"/>
                      </a:lnTo>
                      <a:lnTo>
                        <a:pt x="13077" y="1510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1000">
                      <a:schemeClr val="accent2"/>
                    </a:gs>
                    <a:gs pos="100000">
                      <a:schemeClr val="accent3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94" name="Google Shape;1794;p32"/>
              <p:cNvSpPr/>
              <p:nvPr/>
            </p:nvSpPr>
            <p:spPr>
              <a:xfrm>
                <a:off x="780277" y="4483400"/>
                <a:ext cx="597306" cy="674865"/>
              </a:xfrm>
              <a:custGeom>
                <a:avLst/>
                <a:gdLst/>
                <a:ahLst/>
                <a:cxnLst/>
                <a:rect l="l" t="t" r="r" b="b"/>
                <a:pathLst>
                  <a:path w="16835" h="19021" extrusionOk="0">
                    <a:moveTo>
                      <a:pt x="0" y="9758"/>
                    </a:moveTo>
                    <a:lnTo>
                      <a:pt x="16645" y="19021"/>
                    </a:lnTo>
                    <a:lnTo>
                      <a:pt x="16835" y="0"/>
                    </a:lnTo>
                    <a:close/>
                  </a:path>
                </a:pathLst>
              </a:custGeom>
              <a:gradFill>
                <a:gsLst>
                  <a:gs pos="0">
                    <a:srgbClr val="5E89AD"/>
                  </a:gs>
                  <a:gs pos="100000">
                    <a:srgbClr val="2EBF91"/>
                  </a:gs>
                </a:gsLst>
                <a:lin ang="0" scaled="0"/>
              </a:gradFill>
              <a:ln>
                <a:noFill/>
              </a:ln>
            </p:spPr>
          </p:sp>
        </p:grpSp>
      </p:grpSp>
      <p:grpSp>
        <p:nvGrpSpPr>
          <p:cNvPr id="1795" name="Google Shape;1795;p32"/>
          <p:cNvGrpSpPr/>
          <p:nvPr/>
        </p:nvGrpSpPr>
        <p:grpSpPr>
          <a:xfrm rot="10800000">
            <a:off x="7743694" y="2466605"/>
            <a:ext cx="1547062" cy="1355279"/>
            <a:chOff x="5284025" y="550294"/>
            <a:chExt cx="755807" cy="662081"/>
          </a:xfrm>
        </p:grpSpPr>
        <p:sp>
          <p:nvSpPr>
            <p:cNvPr id="1796" name="Google Shape;1796;p32"/>
            <p:cNvSpPr/>
            <p:nvPr/>
          </p:nvSpPr>
          <p:spPr>
            <a:xfrm rot="10800000" flipH="1">
              <a:off x="5284025" y="550294"/>
              <a:ext cx="755807" cy="662081"/>
            </a:xfrm>
            <a:custGeom>
              <a:avLst/>
              <a:gdLst/>
              <a:ahLst/>
              <a:cxnLst/>
              <a:rect l="l" t="t" r="r" b="b"/>
              <a:pathLst>
                <a:path w="18700" h="16378" extrusionOk="0">
                  <a:moveTo>
                    <a:pt x="9341" y="1"/>
                  </a:moveTo>
                  <a:cubicBezTo>
                    <a:pt x="7952" y="1"/>
                    <a:pt x="6544" y="355"/>
                    <a:pt x="5254" y="1100"/>
                  </a:cubicBezTo>
                  <a:cubicBezTo>
                    <a:pt x="1345" y="3355"/>
                    <a:pt x="0" y="8372"/>
                    <a:pt x="2259" y="12282"/>
                  </a:cubicBezTo>
                  <a:cubicBezTo>
                    <a:pt x="3777" y="14910"/>
                    <a:pt x="6530" y="16378"/>
                    <a:pt x="9360" y="16378"/>
                  </a:cubicBezTo>
                  <a:cubicBezTo>
                    <a:pt x="10748" y="16378"/>
                    <a:pt x="12156" y="16024"/>
                    <a:pt x="13445" y="15281"/>
                  </a:cubicBezTo>
                  <a:cubicBezTo>
                    <a:pt x="17355" y="13022"/>
                    <a:pt x="18699" y="8004"/>
                    <a:pt x="16440" y="4095"/>
                  </a:cubicBezTo>
                  <a:cubicBezTo>
                    <a:pt x="14923" y="1470"/>
                    <a:pt x="12171" y="1"/>
                    <a:pt x="9341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5331025" y="550438"/>
              <a:ext cx="661800" cy="6618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5331025" y="550425"/>
              <a:ext cx="661800" cy="661800"/>
            </a:xfrm>
            <a:prstGeom prst="pie">
              <a:avLst>
                <a:gd name="adj1" fmla="val 0"/>
                <a:gd name="adj2" fmla="val 8494917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8" r:id="rId6"/>
    <p:sldLayoutId id="2147483659" r:id="rId7"/>
    <p:sldLayoutId id="2147483660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5-4701/15/8/84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researchgate.net/publication/362343708_A_convolutional_neural_network-based_multi-sensor_fusion_approach_for_in-situ_quality_monitoring_of_selective_laser_melting" TargetMode="External"/><Relationship Id="rId4" Type="http://schemas.openxmlformats.org/officeDocument/2006/relationships/hyperlink" Target="https://www.mdpi.com/2076-3417/13/12/726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B143-30F2-4DA0-52F4-FCE1A0701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ro-RO" sz="4500" b="1" dirty="0"/>
              <a:t>Optimizare prin predictie a Selective Laser Melting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CF844-6966-98A3-3C49-9D92FFE4F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950" y="3349950"/>
            <a:ext cx="4952100" cy="536250"/>
          </a:xfrm>
        </p:spPr>
        <p:txBody>
          <a:bodyPr/>
          <a:lstStyle/>
          <a:p>
            <a:r>
              <a:rPr lang="ro-RO" dirty="0"/>
              <a:t>Nicolae Tudor-Stefan</a:t>
            </a:r>
            <a:br>
              <a:rPr lang="en-US" dirty="0"/>
            </a:br>
            <a:r>
              <a:rPr lang="ro-RO" dirty="0"/>
              <a:t>632AB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2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41"/>
          <p:cNvSpPr txBox="1">
            <a:spLocks noGrp="1"/>
          </p:cNvSpPr>
          <p:nvPr>
            <p:ph type="subTitle" idx="6"/>
          </p:nvPr>
        </p:nvSpPr>
        <p:spPr>
          <a:xfrm>
            <a:off x="1054467" y="2645824"/>
            <a:ext cx="3022142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 Nevoie</a:t>
            </a:r>
            <a:endParaRPr dirty="0"/>
          </a:p>
        </p:txBody>
      </p:sp>
      <p:sp>
        <p:nvSpPr>
          <p:cNvPr id="1835" name="Google Shape;1835;p41"/>
          <p:cNvSpPr txBox="1">
            <a:spLocks noGrp="1"/>
          </p:cNvSpPr>
          <p:nvPr>
            <p:ph type="subTitle" idx="7"/>
          </p:nvPr>
        </p:nvSpPr>
        <p:spPr>
          <a:xfrm>
            <a:off x="4230144" y="2999326"/>
            <a:ext cx="463296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Descrierea Sistemului cu Inteligenta Artificiala ales</a:t>
            </a:r>
            <a:endParaRPr dirty="0"/>
          </a:p>
        </p:txBody>
      </p:sp>
      <p:sp>
        <p:nvSpPr>
          <p:cNvPr id="1837" name="Google Shape;1837;p41"/>
          <p:cNvSpPr txBox="1">
            <a:spLocks noGrp="1"/>
          </p:cNvSpPr>
          <p:nvPr>
            <p:ph type="title"/>
          </p:nvPr>
        </p:nvSpPr>
        <p:spPr>
          <a:xfrm>
            <a:off x="2077738" y="1677450"/>
            <a:ext cx="975600" cy="8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38" name="Google Shape;1838;p41"/>
          <p:cNvSpPr txBox="1">
            <a:spLocks noGrp="1"/>
          </p:cNvSpPr>
          <p:nvPr>
            <p:ph type="title" idx="2"/>
          </p:nvPr>
        </p:nvSpPr>
        <p:spPr>
          <a:xfrm>
            <a:off x="5571024" y="1636224"/>
            <a:ext cx="975600" cy="8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40" name="Google Shape;1840;p41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exend Exa"/>
                <a:ea typeface="Lexend Exa"/>
                <a:cs typeface="Lexend Exa"/>
                <a:sym typeface="Lexend Exa"/>
              </a:rPr>
              <a:t>Structura proiectului</a:t>
            </a:r>
            <a:endParaRPr dirty="0">
              <a:latin typeface="Lexend Exa"/>
              <a:ea typeface="Lexend Exa"/>
              <a:cs typeface="Lexend Exa"/>
              <a:sym typeface="Lexend Exa"/>
            </a:endParaRPr>
          </a:p>
        </p:txBody>
      </p:sp>
      <p:sp>
        <p:nvSpPr>
          <p:cNvPr id="1841" name="Google Shape;1841;p41"/>
          <p:cNvSpPr/>
          <p:nvPr/>
        </p:nvSpPr>
        <p:spPr>
          <a:xfrm rot="10800000">
            <a:off x="7071836" y="809330"/>
            <a:ext cx="928628" cy="536183"/>
          </a:xfrm>
          <a:custGeom>
            <a:avLst/>
            <a:gdLst/>
            <a:ahLst/>
            <a:cxnLst/>
            <a:rect l="l" t="t" r="r" b="b"/>
            <a:pathLst>
              <a:path w="34191" h="19738" extrusionOk="0">
                <a:moveTo>
                  <a:pt x="1" y="0"/>
                </a:moveTo>
                <a:lnTo>
                  <a:pt x="1" y="0"/>
                </a:lnTo>
                <a:lnTo>
                  <a:pt x="34190" y="19738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43"/>
          <p:cNvSpPr txBox="1">
            <a:spLocks noGrp="1"/>
          </p:cNvSpPr>
          <p:nvPr>
            <p:ph type="title"/>
          </p:nvPr>
        </p:nvSpPr>
        <p:spPr>
          <a:xfrm>
            <a:off x="3615826" y="2148650"/>
            <a:ext cx="552817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 nevoie</a:t>
            </a:r>
            <a:endParaRPr dirty="0"/>
          </a:p>
        </p:txBody>
      </p:sp>
      <p:sp>
        <p:nvSpPr>
          <p:cNvPr id="1865" name="Google Shape;1865;p43"/>
          <p:cNvSpPr txBox="1">
            <a:spLocks noGrp="1"/>
          </p:cNvSpPr>
          <p:nvPr>
            <p:ph type="title" idx="2"/>
          </p:nvPr>
        </p:nvSpPr>
        <p:spPr>
          <a:xfrm>
            <a:off x="1929988" y="2148650"/>
            <a:ext cx="1527900" cy="13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5"/>
          <p:cNvSpPr txBox="1">
            <a:spLocks noGrp="1"/>
          </p:cNvSpPr>
          <p:nvPr>
            <p:ph type="body" idx="1"/>
          </p:nvPr>
        </p:nvSpPr>
        <p:spPr>
          <a:xfrm>
            <a:off x="618549" y="1017725"/>
            <a:ext cx="6607178" cy="3991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1.1. </a:t>
            </a:r>
            <a:r>
              <a:rPr lang="en-US" b="1" dirty="0" err="1"/>
              <a:t>Ideea</a:t>
            </a:r>
            <a:r>
              <a:rPr lang="en-US" b="1" dirty="0"/>
              <a:t> </a:t>
            </a:r>
            <a:r>
              <a:rPr lang="en-US" b="1" dirty="0" err="1"/>
              <a:t>Generală</a:t>
            </a:r>
            <a:r>
              <a:rPr lang="en-US" b="1" dirty="0"/>
              <a:t> a </a:t>
            </a:r>
            <a:r>
              <a:rPr lang="en-US" b="1" dirty="0" err="1"/>
              <a:t>Proiectului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 err="1"/>
              <a:t>Producția</a:t>
            </a:r>
            <a:r>
              <a:rPr lang="en-US" dirty="0"/>
              <a:t> </a:t>
            </a:r>
            <a:r>
              <a:rPr lang="en-US" dirty="0" err="1"/>
              <a:t>Aditivă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Topire</a:t>
            </a:r>
            <a:r>
              <a:rPr lang="en-US" dirty="0"/>
              <a:t> </a:t>
            </a:r>
            <a:r>
              <a:rPr lang="en-US" dirty="0" err="1"/>
              <a:t>Selectivă</a:t>
            </a:r>
            <a:r>
              <a:rPr lang="en-US" dirty="0"/>
              <a:t> cu Laser (SLM)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tehnologie</a:t>
            </a:r>
            <a:r>
              <a:rPr lang="en-US" dirty="0"/>
              <a:t> </a:t>
            </a:r>
            <a:r>
              <a:rPr lang="en-US" dirty="0" err="1"/>
              <a:t>revoluționară</a:t>
            </a:r>
            <a:r>
              <a:rPr lang="en-US" dirty="0"/>
              <a:t>, </a:t>
            </a:r>
            <a:r>
              <a:rPr lang="en-US" dirty="0" err="1"/>
              <a:t>permițând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metalice</a:t>
            </a:r>
            <a:r>
              <a:rPr lang="en-US" dirty="0"/>
              <a:t> cu </a:t>
            </a:r>
            <a:r>
              <a:rPr lang="en-US" dirty="0" err="1"/>
              <a:t>geometrii</a:t>
            </a:r>
            <a:r>
              <a:rPr lang="en-US" dirty="0"/>
              <a:t> </a:t>
            </a:r>
            <a:r>
              <a:rPr lang="en-US" dirty="0" err="1"/>
              <a:t>imposibil</a:t>
            </a:r>
            <a:r>
              <a:rPr lang="en-US" dirty="0"/>
              <a:t> de </a:t>
            </a:r>
            <a:r>
              <a:rPr lang="en-US" dirty="0" err="1"/>
              <a:t>obținut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clasice</a:t>
            </a:r>
            <a:r>
              <a:rPr lang="en-US" dirty="0"/>
              <a:t>. </a:t>
            </a:r>
            <a:r>
              <a:rPr lang="en-US" dirty="0" err="1"/>
              <a:t>Totuși</a:t>
            </a:r>
            <a:r>
              <a:rPr lang="en-US" dirty="0"/>
              <a:t>,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extrem</a:t>
            </a:r>
            <a:r>
              <a:rPr lang="en-US" dirty="0"/>
              <a:t> de </a:t>
            </a:r>
            <a:r>
              <a:rPr lang="en-US" dirty="0" err="1"/>
              <a:t>sensibil</a:t>
            </a:r>
            <a:r>
              <a:rPr lang="en-US" dirty="0"/>
              <a:t>. O </a:t>
            </a:r>
            <a:r>
              <a:rPr lang="en-US" dirty="0" err="1"/>
              <a:t>singură</a:t>
            </a:r>
            <a:r>
              <a:rPr lang="en-US" dirty="0"/>
              <a:t> </a:t>
            </a:r>
            <a:r>
              <a:rPr lang="en-US" dirty="0" err="1"/>
              <a:t>eroare</a:t>
            </a:r>
            <a:r>
              <a:rPr lang="en-US" dirty="0"/>
              <a:t>—o </a:t>
            </a:r>
            <a:r>
              <a:rPr lang="en-US" dirty="0" err="1"/>
              <a:t>fluctuație</a:t>
            </a:r>
            <a:r>
              <a:rPr lang="en-US" dirty="0"/>
              <a:t> de </a:t>
            </a:r>
            <a:r>
              <a:rPr lang="en-US" dirty="0" err="1"/>
              <a:t>putere</a:t>
            </a:r>
            <a:r>
              <a:rPr lang="en-US" dirty="0"/>
              <a:t>, o </a:t>
            </a:r>
            <a:r>
              <a:rPr lang="en-US" dirty="0" err="1"/>
              <a:t>impuritate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pulbere</a:t>
            </a:r>
            <a:r>
              <a:rPr lang="en-US" dirty="0"/>
              <a:t>—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defect microscopic (ex: </a:t>
            </a:r>
            <a:r>
              <a:rPr lang="en-US" dirty="0" err="1"/>
              <a:t>porozitate</a:t>
            </a:r>
            <a:r>
              <a:rPr lang="en-US" dirty="0"/>
              <a:t>) care </a:t>
            </a:r>
            <a:r>
              <a:rPr lang="en-US" dirty="0" err="1"/>
              <a:t>compromite</a:t>
            </a:r>
            <a:r>
              <a:rPr lang="en-US" dirty="0"/>
              <a:t> </a:t>
            </a:r>
            <a:r>
              <a:rPr lang="en-US" dirty="0" err="1"/>
              <a:t>integritatea</a:t>
            </a:r>
            <a:r>
              <a:rPr lang="en-US" dirty="0"/>
              <a:t> </a:t>
            </a:r>
            <a:r>
              <a:rPr lang="en-US" dirty="0" err="1"/>
              <a:t>întregii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Ideea</a:t>
            </a:r>
            <a:r>
              <a:rPr lang="en-US" b="1" dirty="0"/>
              <a:t> </a:t>
            </a:r>
            <a:r>
              <a:rPr lang="en-US" b="1" dirty="0" err="1"/>
              <a:t>generală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dezvolta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de "control al </a:t>
            </a:r>
            <a:r>
              <a:rPr lang="en-US" dirty="0" err="1"/>
              <a:t>calității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real".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o </a:t>
            </a:r>
            <a:r>
              <a:rPr lang="en-US" b="1" dirty="0" err="1"/>
              <a:t>Rețea</a:t>
            </a:r>
            <a:r>
              <a:rPr lang="en-US" b="1" dirty="0"/>
              <a:t> </a:t>
            </a:r>
            <a:r>
              <a:rPr lang="en-US" b="1" dirty="0" err="1"/>
              <a:t>Neuronală</a:t>
            </a:r>
            <a:r>
              <a:rPr lang="en-US" b="1" dirty="0"/>
              <a:t> </a:t>
            </a:r>
            <a:r>
              <a:rPr lang="en-US" b="1" dirty="0" err="1"/>
              <a:t>Convoluțională</a:t>
            </a:r>
            <a:r>
              <a:rPr lang="en-US" b="1" dirty="0"/>
              <a:t> (CNN)</a:t>
            </a:r>
            <a:r>
              <a:rPr lang="en-US" dirty="0"/>
              <a:t>, un tip de AI </a:t>
            </a:r>
            <a:r>
              <a:rPr lang="en-US" dirty="0" err="1"/>
              <a:t>specializat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interpretarea</a:t>
            </a:r>
            <a:r>
              <a:rPr lang="en-US" dirty="0"/>
              <a:t> </a:t>
            </a:r>
            <a:r>
              <a:rPr lang="en-US" dirty="0" err="1"/>
              <a:t>imaginilor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"</a:t>
            </a:r>
            <a:r>
              <a:rPr lang="en-US" dirty="0" err="1"/>
              <a:t>privi</a:t>
            </a:r>
            <a:r>
              <a:rPr lang="en-US" dirty="0"/>
              <a:t>"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topire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anomalii</a:t>
            </a:r>
            <a:r>
              <a:rPr lang="en-US" dirty="0"/>
              <a:t> </a:t>
            </a:r>
            <a:r>
              <a:rPr lang="en-US" i="1" dirty="0" err="1"/>
              <a:t>în</a:t>
            </a:r>
            <a:r>
              <a:rPr lang="en-US" i="1" dirty="0"/>
              <a:t> secunda </a:t>
            </a:r>
            <a:r>
              <a:rPr lang="en-US" i="1" dirty="0" err="1"/>
              <a:t>în</a:t>
            </a:r>
            <a:r>
              <a:rPr lang="en-US" i="1" dirty="0"/>
              <a:t> care apar</a:t>
            </a:r>
            <a:r>
              <a:rPr lang="en-US" dirty="0"/>
              <a:t>.</a:t>
            </a:r>
          </a:p>
        </p:txBody>
      </p:sp>
      <p:sp>
        <p:nvSpPr>
          <p:cNvPr id="1888" name="Google Shape;188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Descriere nevoie</a:t>
            </a:r>
            <a:endParaRPr dirty="0"/>
          </a:p>
        </p:txBody>
      </p:sp>
      <p:sp>
        <p:nvSpPr>
          <p:cNvPr id="1889" name="Google Shape;1889;p45"/>
          <p:cNvSpPr/>
          <p:nvPr/>
        </p:nvSpPr>
        <p:spPr>
          <a:xfrm rot="-5400000">
            <a:off x="-3439512" y="628985"/>
            <a:ext cx="17473" cy="12684"/>
          </a:xfrm>
          <a:custGeom>
            <a:avLst/>
            <a:gdLst/>
            <a:ahLst/>
            <a:cxnLst/>
            <a:rect l="l" t="t" r="r" b="b"/>
            <a:pathLst>
              <a:path w="540" h="392" extrusionOk="0">
                <a:moveTo>
                  <a:pt x="539" y="0"/>
                </a:moveTo>
                <a:cubicBezTo>
                  <a:pt x="538" y="1"/>
                  <a:pt x="345" y="140"/>
                  <a:pt x="1" y="392"/>
                </a:cubicBezTo>
                <a:cubicBezTo>
                  <a:pt x="179" y="264"/>
                  <a:pt x="357" y="132"/>
                  <a:pt x="53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0" name="Google Shape;1890;p45"/>
          <p:cNvGrpSpPr/>
          <p:nvPr/>
        </p:nvGrpSpPr>
        <p:grpSpPr>
          <a:xfrm flipH="1">
            <a:off x="6956655" y="1419468"/>
            <a:ext cx="1066388" cy="1223927"/>
            <a:chOff x="6646350" y="4133672"/>
            <a:chExt cx="827363" cy="949664"/>
          </a:xfrm>
        </p:grpSpPr>
        <p:sp>
          <p:nvSpPr>
            <p:cNvPr id="1891" name="Google Shape;1891;p45"/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2" name="Google Shape;1892;p45"/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3" name="Google Shape;1893;p45"/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/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/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633B5BFB-CEB9-D024-7C3F-E3B9BC0C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5">
            <a:extLst>
              <a:ext uri="{FF2B5EF4-FFF2-40B4-BE49-F238E27FC236}">
                <a16:creationId xmlns:a16="http://schemas.microsoft.com/office/drawing/2014/main" id="{5ADEF962-6ACE-7611-EC16-38C5580C5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8549" y="1017725"/>
            <a:ext cx="6607178" cy="3991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1.2. </a:t>
            </a:r>
            <a:r>
              <a:rPr lang="en-US" b="1" dirty="0" err="1"/>
              <a:t>Domeniul</a:t>
            </a:r>
            <a:r>
              <a:rPr lang="en-US" b="1" dirty="0"/>
              <a:t> Industrial de </a:t>
            </a:r>
            <a:r>
              <a:rPr lang="en-US" b="1" dirty="0" err="1"/>
              <a:t>Interes</a:t>
            </a:r>
            <a:r>
              <a:rPr lang="en-US" b="1" dirty="0"/>
              <a:t> (DII): </a:t>
            </a:r>
            <a:r>
              <a:rPr lang="en-US" b="1" dirty="0" err="1"/>
              <a:t>Aerospațial</a:t>
            </a:r>
            <a:r>
              <a:rPr lang="en-US" b="1" dirty="0"/>
              <a:t>, </a:t>
            </a:r>
            <a:r>
              <a:rPr lang="en-US" b="1" dirty="0" err="1"/>
              <a:t>Automotiv</a:t>
            </a:r>
            <a:r>
              <a:rPr lang="en-US" b="1" dirty="0"/>
              <a:t> de </a:t>
            </a:r>
            <a:r>
              <a:rPr lang="en-US" b="1" dirty="0" err="1"/>
              <a:t>Înaltă</a:t>
            </a:r>
            <a:r>
              <a:rPr lang="en-US" b="1" dirty="0"/>
              <a:t> </a:t>
            </a:r>
            <a:r>
              <a:rPr lang="en-US" b="1" dirty="0" err="1"/>
              <a:t>Performanță</a:t>
            </a:r>
            <a:r>
              <a:rPr lang="en-US" b="1" dirty="0"/>
              <a:t> (Motorsport), Medical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Studiul</a:t>
            </a:r>
            <a:r>
              <a:rPr lang="en-US" dirty="0"/>
              <a:t> de </a:t>
            </a:r>
            <a:r>
              <a:rPr lang="en-US" dirty="0" err="1"/>
              <a:t>caz</a:t>
            </a:r>
            <a:r>
              <a:rPr lang="en-US" dirty="0"/>
              <a:t> se </a:t>
            </a:r>
            <a:r>
              <a:rPr lang="en-US" dirty="0" err="1"/>
              <a:t>concentrează</a:t>
            </a:r>
            <a:r>
              <a:rPr lang="en-US" dirty="0"/>
              <a:t> pe </a:t>
            </a:r>
            <a:r>
              <a:rPr lang="en-US" dirty="0" err="1"/>
              <a:t>industriile</a:t>
            </a:r>
            <a:r>
              <a:rPr lang="en-US" dirty="0"/>
              <a:t> </a:t>
            </a:r>
            <a:r>
              <a:rPr lang="en-US" b="1" dirty="0" err="1"/>
              <a:t>Aerospațial</a:t>
            </a:r>
            <a:r>
              <a:rPr lang="en-US" b="1" dirty="0"/>
              <a:t>, </a:t>
            </a:r>
            <a:r>
              <a:rPr lang="en-US" b="1" dirty="0" err="1"/>
              <a:t>Automotiv</a:t>
            </a:r>
            <a:r>
              <a:rPr lang="en-US" b="1" dirty="0"/>
              <a:t> de </a:t>
            </a:r>
            <a:r>
              <a:rPr lang="en-US" b="1" dirty="0" err="1"/>
              <a:t>Înaltă</a:t>
            </a:r>
            <a:r>
              <a:rPr lang="en-US" b="1" dirty="0"/>
              <a:t> </a:t>
            </a:r>
            <a:r>
              <a:rPr lang="en-US" b="1" dirty="0" err="1"/>
              <a:t>Performanță</a:t>
            </a:r>
            <a:r>
              <a:rPr lang="en-US" b="1" dirty="0"/>
              <a:t> (Motorsport), Medical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De </a:t>
            </a:r>
            <a:r>
              <a:rPr lang="en-US" b="1" dirty="0" err="1"/>
              <a:t>ce</a:t>
            </a:r>
            <a:r>
              <a:rPr lang="en-US" b="1" dirty="0"/>
              <a:t>?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, </a:t>
            </a:r>
            <a:r>
              <a:rPr lang="en-US" dirty="0" err="1"/>
              <a:t>eșecul</a:t>
            </a:r>
            <a:r>
              <a:rPr lang="en-US" dirty="0"/>
              <a:t> </a:t>
            </a:r>
            <a:r>
              <a:rPr lang="en-US" i="1" dirty="0"/>
              <a:t>nu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opțiune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O </a:t>
            </a:r>
            <a:r>
              <a:rPr lang="en-US" dirty="0" err="1"/>
              <a:t>paletă</a:t>
            </a:r>
            <a:r>
              <a:rPr lang="en-US" dirty="0"/>
              <a:t> de </a:t>
            </a:r>
            <a:r>
              <a:rPr lang="en-US" dirty="0" err="1"/>
              <a:t>turbină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turbocompresor</a:t>
            </a:r>
            <a:r>
              <a:rPr lang="en-US" dirty="0"/>
              <a:t> cu un </a:t>
            </a:r>
            <a:r>
              <a:rPr lang="en-US" dirty="0" err="1"/>
              <a:t>por</a:t>
            </a:r>
            <a:r>
              <a:rPr lang="en-US" dirty="0"/>
              <a:t> intern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ceda</a:t>
            </a:r>
            <a:r>
              <a:rPr lang="en-US" dirty="0"/>
              <a:t> la </a:t>
            </a:r>
            <a:r>
              <a:rPr lang="en-US" dirty="0" err="1"/>
              <a:t>stres</a:t>
            </a:r>
            <a:r>
              <a:rPr lang="en-US" dirty="0"/>
              <a:t>, </a:t>
            </a:r>
            <a:r>
              <a:rPr lang="en-US" dirty="0" err="1"/>
              <a:t>ducând</a:t>
            </a:r>
            <a:r>
              <a:rPr lang="en-US" dirty="0"/>
              <a:t> la o </a:t>
            </a:r>
            <a:r>
              <a:rPr lang="en-US" dirty="0" err="1"/>
              <a:t>defecțiune</a:t>
            </a:r>
            <a:r>
              <a:rPr lang="en-US" dirty="0"/>
              <a:t> </a:t>
            </a:r>
            <a:r>
              <a:rPr lang="en-US" dirty="0" err="1"/>
              <a:t>catastrofală</a:t>
            </a:r>
            <a:r>
              <a:rPr lang="en-US" dirty="0"/>
              <a:t> a </a:t>
            </a:r>
            <a:r>
              <a:rPr lang="en-US" dirty="0" err="1"/>
              <a:t>motorului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ales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aviatic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Un implant de </a:t>
            </a:r>
            <a:r>
              <a:rPr lang="en-US" dirty="0" err="1"/>
              <a:t>șold</a:t>
            </a:r>
            <a:r>
              <a:rPr lang="en-US" dirty="0"/>
              <a:t> </a:t>
            </a:r>
            <a:r>
              <a:rPr lang="en-US" dirty="0" err="1"/>
              <a:t>printat</a:t>
            </a:r>
            <a:r>
              <a:rPr lang="en-US" dirty="0"/>
              <a:t> 3D cu o </a:t>
            </a:r>
            <a:r>
              <a:rPr lang="en-US" dirty="0" err="1"/>
              <a:t>fisură</a:t>
            </a:r>
            <a:r>
              <a:rPr lang="en-US" dirty="0"/>
              <a:t> </a:t>
            </a:r>
            <a:r>
              <a:rPr lang="en-US" dirty="0" err="1"/>
              <a:t>internă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eșua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operație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industrii</a:t>
            </a:r>
            <a:r>
              <a:rPr lang="en-US" dirty="0"/>
              <a:t>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materiale</a:t>
            </a:r>
            <a:r>
              <a:rPr lang="en-US" dirty="0"/>
              <a:t> </a:t>
            </a:r>
            <a:r>
              <a:rPr lang="en-US" dirty="0" err="1"/>
              <a:t>scumpe</a:t>
            </a:r>
            <a:r>
              <a:rPr lang="en-US" dirty="0"/>
              <a:t> (Titan, Inconel)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rebut </a:t>
            </a:r>
            <a:r>
              <a:rPr lang="en-US" dirty="0" err="1"/>
              <a:t>costă</a:t>
            </a:r>
            <a:r>
              <a:rPr lang="en-US" dirty="0"/>
              <a:t> </a:t>
            </a:r>
            <a:r>
              <a:rPr lang="en-US" dirty="0" err="1"/>
              <a:t>enorm</a:t>
            </a:r>
            <a:r>
              <a:rPr lang="en-US" dirty="0"/>
              <a:t>.</a:t>
            </a:r>
          </a:p>
        </p:txBody>
      </p:sp>
      <p:sp>
        <p:nvSpPr>
          <p:cNvPr id="1888" name="Google Shape;1888;p45">
            <a:extLst>
              <a:ext uri="{FF2B5EF4-FFF2-40B4-BE49-F238E27FC236}">
                <a16:creationId xmlns:a16="http://schemas.microsoft.com/office/drawing/2014/main" id="{00A2FC66-FABB-87B2-31A4-32CBA3650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Descriere nevoie</a:t>
            </a:r>
            <a:endParaRPr dirty="0"/>
          </a:p>
        </p:txBody>
      </p:sp>
      <p:sp>
        <p:nvSpPr>
          <p:cNvPr id="1889" name="Google Shape;1889;p45">
            <a:extLst>
              <a:ext uri="{FF2B5EF4-FFF2-40B4-BE49-F238E27FC236}">
                <a16:creationId xmlns:a16="http://schemas.microsoft.com/office/drawing/2014/main" id="{E6367BC5-1A70-822E-B0FE-71DC3040CD03}"/>
              </a:ext>
            </a:extLst>
          </p:cNvPr>
          <p:cNvSpPr/>
          <p:nvPr/>
        </p:nvSpPr>
        <p:spPr>
          <a:xfrm rot="-5400000">
            <a:off x="-3439512" y="628985"/>
            <a:ext cx="17473" cy="12684"/>
          </a:xfrm>
          <a:custGeom>
            <a:avLst/>
            <a:gdLst/>
            <a:ahLst/>
            <a:cxnLst/>
            <a:rect l="l" t="t" r="r" b="b"/>
            <a:pathLst>
              <a:path w="540" h="392" extrusionOk="0">
                <a:moveTo>
                  <a:pt x="539" y="0"/>
                </a:moveTo>
                <a:cubicBezTo>
                  <a:pt x="538" y="1"/>
                  <a:pt x="345" y="140"/>
                  <a:pt x="1" y="392"/>
                </a:cubicBezTo>
                <a:cubicBezTo>
                  <a:pt x="179" y="264"/>
                  <a:pt x="357" y="132"/>
                  <a:pt x="53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0" name="Google Shape;1890;p45">
            <a:extLst>
              <a:ext uri="{FF2B5EF4-FFF2-40B4-BE49-F238E27FC236}">
                <a16:creationId xmlns:a16="http://schemas.microsoft.com/office/drawing/2014/main" id="{DABCF609-19B4-B197-9151-7680150FC8CF}"/>
              </a:ext>
            </a:extLst>
          </p:cNvPr>
          <p:cNvGrpSpPr/>
          <p:nvPr/>
        </p:nvGrpSpPr>
        <p:grpSpPr>
          <a:xfrm flipH="1">
            <a:off x="7225727" y="1419468"/>
            <a:ext cx="1066388" cy="1223927"/>
            <a:chOff x="6646350" y="4133672"/>
            <a:chExt cx="827363" cy="949664"/>
          </a:xfrm>
        </p:grpSpPr>
        <p:sp>
          <p:nvSpPr>
            <p:cNvPr id="1891" name="Google Shape;1891;p45">
              <a:extLst>
                <a:ext uri="{FF2B5EF4-FFF2-40B4-BE49-F238E27FC236}">
                  <a16:creationId xmlns:a16="http://schemas.microsoft.com/office/drawing/2014/main" id="{F9AFFAD9-A9DD-7065-8D86-977105DC47EA}"/>
                </a:ext>
              </a:extLst>
            </p:cNvPr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2" name="Google Shape;1892;p45">
              <a:extLst>
                <a:ext uri="{FF2B5EF4-FFF2-40B4-BE49-F238E27FC236}">
                  <a16:creationId xmlns:a16="http://schemas.microsoft.com/office/drawing/2014/main" id="{B521D740-1D1A-D697-94C7-CBC87B7B9150}"/>
                </a:ext>
              </a:extLst>
            </p:cNvPr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3" name="Google Shape;1893;p45">
              <a:extLst>
                <a:ext uri="{FF2B5EF4-FFF2-40B4-BE49-F238E27FC236}">
                  <a16:creationId xmlns:a16="http://schemas.microsoft.com/office/drawing/2014/main" id="{9A464F72-C2BF-D22E-0870-DC196A8019EC}"/>
                </a:ext>
              </a:extLst>
            </p:cNvPr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>
              <a:extLst>
                <a:ext uri="{FF2B5EF4-FFF2-40B4-BE49-F238E27FC236}">
                  <a16:creationId xmlns:a16="http://schemas.microsoft.com/office/drawing/2014/main" id="{1964FFF5-A4C0-20E4-F45B-F8FD7DA07C66}"/>
                </a:ext>
              </a:extLst>
            </p:cNvPr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>
              <a:extLst>
                <a:ext uri="{FF2B5EF4-FFF2-40B4-BE49-F238E27FC236}">
                  <a16:creationId xmlns:a16="http://schemas.microsoft.com/office/drawing/2014/main" id="{5BFA3372-845F-7E32-31ED-E4708F94F072}"/>
                </a:ext>
              </a:extLst>
            </p:cNvPr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073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FF820E7F-B123-F755-E9ED-FD0C3567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5">
            <a:extLst>
              <a:ext uri="{FF2B5EF4-FFF2-40B4-BE49-F238E27FC236}">
                <a16:creationId xmlns:a16="http://schemas.microsoft.com/office/drawing/2014/main" id="{12AC6CB2-A1F5-1DA1-9BAB-32CD031BE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8549" y="1017725"/>
            <a:ext cx="6607178" cy="3991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1.3. </a:t>
            </a:r>
            <a:r>
              <a:rPr lang="en-US" b="1" dirty="0" err="1"/>
              <a:t>Stadiul</a:t>
            </a:r>
            <a:r>
              <a:rPr lang="en-US" b="1" dirty="0"/>
              <a:t> Actual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Oportunități</a:t>
            </a:r>
            <a:r>
              <a:rPr lang="en-US" b="1" dirty="0"/>
              <a:t> de </a:t>
            </a:r>
            <a:r>
              <a:rPr lang="en-US" b="1" dirty="0" err="1"/>
              <a:t>Îmbunătățire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/>
              <a:t>Stadiul</a:t>
            </a:r>
            <a:r>
              <a:rPr lang="en-US" b="1" dirty="0"/>
              <a:t> Actual (</a:t>
            </a:r>
            <a:r>
              <a:rPr lang="en-US" b="1" dirty="0" err="1"/>
              <a:t>Problema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calității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aproape</a:t>
            </a:r>
            <a:r>
              <a:rPr lang="en-US" dirty="0"/>
              <a:t> </a:t>
            </a:r>
            <a:r>
              <a:rPr lang="en-US" dirty="0" err="1"/>
              <a:t>exclusiv</a:t>
            </a:r>
            <a:r>
              <a:rPr lang="en-US" dirty="0"/>
              <a:t> </a:t>
            </a:r>
            <a:r>
              <a:rPr lang="en-US" i="1" dirty="0"/>
              <a:t>post-</a:t>
            </a:r>
            <a:r>
              <a:rPr lang="en-US" i="1" dirty="0" err="1"/>
              <a:t>procesare</a:t>
            </a:r>
            <a:r>
              <a:rPr lang="en-US" dirty="0"/>
              <a:t>. </a:t>
            </a:r>
            <a:r>
              <a:rPr lang="en-US" dirty="0" err="1"/>
              <a:t>Piesa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printată</a:t>
            </a:r>
            <a:r>
              <a:rPr lang="en-US" dirty="0"/>
              <a:t> (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durează</a:t>
            </a:r>
            <a:r>
              <a:rPr lang="en-US" dirty="0"/>
              <a:t> </a:t>
            </a:r>
            <a:r>
              <a:rPr lang="en-US" dirty="0" err="1"/>
              <a:t>zeci</a:t>
            </a:r>
            <a:r>
              <a:rPr lang="en-US" dirty="0"/>
              <a:t> de ore),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scoasă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inspectată</a:t>
            </a:r>
            <a:r>
              <a:rPr lang="en-US" dirty="0"/>
              <a:t> cu </a:t>
            </a:r>
            <a:r>
              <a:rPr lang="en-US" dirty="0" err="1"/>
              <a:t>Tomografie</a:t>
            </a:r>
            <a:r>
              <a:rPr lang="en-US" dirty="0"/>
              <a:t> </a:t>
            </a:r>
            <a:r>
              <a:rPr lang="en-US" dirty="0" err="1"/>
              <a:t>Computerizată</a:t>
            </a:r>
            <a:r>
              <a:rPr lang="en-US" dirty="0"/>
              <a:t> (CT) —un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extrem</a:t>
            </a:r>
            <a:r>
              <a:rPr lang="en-US" dirty="0"/>
              <a:t> de </a:t>
            </a:r>
            <a:r>
              <a:rPr lang="en-US" dirty="0" err="1"/>
              <a:t>scump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lent. </a:t>
            </a:r>
            <a:r>
              <a:rPr lang="en-US" dirty="0" err="1"/>
              <a:t>Dacă</a:t>
            </a:r>
            <a:r>
              <a:rPr lang="en-US" dirty="0"/>
              <a:t> se </a:t>
            </a:r>
            <a:r>
              <a:rPr lang="en-US" dirty="0" err="1"/>
              <a:t>descoperă</a:t>
            </a:r>
            <a:r>
              <a:rPr lang="en-US" dirty="0"/>
              <a:t> un defect, </a:t>
            </a:r>
            <a:r>
              <a:rPr lang="en-US" dirty="0" err="1"/>
              <a:t>piesa</a:t>
            </a:r>
            <a:r>
              <a:rPr lang="en-US" dirty="0"/>
              <a:t> de mii de euro, care a </a:t>
            </a:r>
            <a:r>
              <a:rPr lang="en-US" dirty="0" err="1"/>
              <a:t>durat</a:t>
            </a:r>
            <a:r>
              <a:rPr lang="en-US" dirty="0"/>
              <a:t> 20 de ore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făcută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un rebut.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Oportunitatea</a:t>
            </a:r>
            <a:r>
              <a:rPr lang="en-US" b="1" dirty="0"/>
              <a:t> (AI):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loc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aflăm</a:t>
            </a:r>
            <a:r>
              <a:rPr lang="en-US" dirty="0"/>
              <a:t> de defect la final, AI-ul ne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detectăm</a:t>
            </a:r>
            <a:r>
              <a:rPr lang="en-US" dirty="0"/>
              <a:t> </a:t>
            </a:r>
            <a:r>
              <a:rPr lang="en-US" i="1" dirty="0" err="1"/>
              <a:t>în</a:t>
            </a:r>
            <a:r>
              <a:rPr lang="en-US" i="1" dirty="0"/>
              <a:t> </a:t>
            </a:r>
            <a:r>
              <a:rPr lang="en-US" i="1" dirty="0" err="1"/>
              <a:t>timpul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(in-situ). Un CNN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mii de </a:t>
            </a:r>
            <a:r>
              <a:rPr lang="en-US" dirty="0" err="1"/>
              <a:t>imagini</a:t>
            </a:r>
            <a:r>
              <a:rPr lang="en-US" dirty="0"/>
              <a:t> pe </a:t>
            </a:r>
            <a:r>
              <a:rPr lang="en-US" dirty="0" err="1"/>
              <a:t>secundă</a:t>
            </a:r>
            <a:r>
              <a:rPr lang="en-US" dirty="0"/>
              <a:t> ale "melt pool"-</a:t>
            </a:r>
            <a:r>
              <a:rPr lang="en-US" dirty="0" err="1"/>
              <a:t>ului</a:t>
            </a:r>
            <a:r>
              <a:rPr lang="en-US" dirty="0"/>
              <a:t> (</a:t>
            </a:r>
            <a:r>
              <a:rPr lang="en-US" dirty="0" err="1"/>
              <a:t>bazinul</a:t>
            </a:r>
            <a:r>
              <a:rPr lang="en-US" dirty="0"/>
              <a:t> de metal </a:t>
            </a:r>
            <a:r>
              <a:rPr lang="en-US" dirty="0" err="1"/>
              <a:t>topit</a:t>
            </a:r>
            <a:r>
              <a:rPr lang="en-US" dirty="0"/>
              <a:t>).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opri</a:t>
            </a:r>
            <a:r>
              <a:rPr lang="en-US" dirty="0"/>
              <a:t> </a:t>
            </a:r>
            <a:r>
              <a:rPr lang="en-US" dirty="0" err="1"/>
              <a:t>printul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un defect, </a:t>
            </a:r>
            <a:r>
              <a:rPr lang="en-US" dirty="0" err="1"/>
              <a:t>economisind</a:t>
            </a:r>
            <a:r>
              <a:rPr lang="en-US" dirty="0"/>
              <a:t> material,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costuri</a:t>
            </a:r>
            <a:r>
              <a:rPr lang="en-US" dirty="0"/>
              <a:t> de </a:t>
            </a:r>
            <a:r>
              <a:rPr lang="en-US" dirty="0" err="1"/>
              <a:t>inspecție</a:t>
            </a:r>
            <a:r>
              <a:rPr lang="en-US" dirty="0"/>
              <a:t>.</a:t>
            </a:r>
          </a:p>
        </p:txBody>
      </p:sp>
      <p:sp>
        <p:nvSpPr>
          <p:cNvPr id="1888" name="Google Shape;1888;p45">
            <a:extLst>
              <a:ext uri="{FF2B5EF4-FFF2-40B4-BE49-F238E27FC236}">
                <a16:creationId xmlns:a16="http://schemas.microsoft.com/office/drawing/2014/main" id="{A3313DAB-74DA-B383-B037-EF0714430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Descriere nevoie</a:t>
            </a:r>
            <a:endParaRPr dirty="0"/>
          </a:p>
        </p:txBody>
      </p:sp>
      <p:sp>
        <p:nvSpPr>
          <p:cNvPr id="1889" name="Google Shape;1889;p45">
            <a:extLst>
              <a:ext uri="{FF2B5EF4-FFF2-40B4-BE49-F238E27FC236}">
                <a16:creationId xmlns:a16="http://schemas.microsoft.com/office/drawing/2014/main" id="{C6C2DC28-CA08-247B-A6B4-2C78EF2D085D}"/>
              </a:ext>
            </a:extLst>
          </p:cNvPr>
          <p:cNvSpPr/>
          <p:nvPr/>
        </p:nvSpPr>
        <p:spPr>
          <a:xfrm rot="-5400000">
            <a:off x="-3439512" y="628985"/>
            <a:ext cx="17473" cy="12684"/>
          </a:xfrm>
          <a:custGeom>
            <a:avLst/>
            <a:gdLst/>
            <a:ahLst/>
            <a:cxnLst/>
            <a:rect l="l" t="t" r="r" b="b"/>
            <a:pathLst>
              <a:path w="540" h="392" extrusionOk="0">
                <a:moveTo>
                  <a:pt x="539" y="0"/>
                </a:moveTo>
                <a:cubicBezTo>
                  <a:pt x="538" y="1"/>
                  <a:pt x="345" y="140"/>
                  <a:pt x="1" y="392"/>
                </a:cubicBezTo>
                <a:cubicBezTo>
                  <a:pt x="179" y="264"/>
                  <a:pt x="357" y="132"/>
                  <a:pt x="53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0" name="Google Shape;1890;p45">
            <a:extLst>
              <a:ext uri="{FF2B5EF4-FFF2-40B4-BE49-F238E27FC236}">
                <a16:creationId xmlns:a16="http://schemas.microsoft.com/office/drawing/2014/main" id="{5808B382-D15C-9115-E2F2-81B36366EC8B}"/>
              </a:ext>
            </a:extLst>
          </p:cNvPr>
          <p:cNvGrpSpPr/>
          <p:nvPr/>
        </p:nvGrpSpPr>
        <p:grpSpPr>
          <a:xfrm flipH="1">
            <a:off x="7225727" y="1419468"/>
            <a:ext cx="1066388" cy="1223927"/>
            <a:chOff x="6646350" y="4133672"/>
            <a:chExt cx="827363" cy="949664"/>
          </a:xfrm>
        </p:grpSpPr>
        <p:sp>
          <p:nvSpPr>
            <p:cNvPr id="1891" name="Google Shape;1891;p45">
              <a:extLst>
                <a:ext uri="{FF2B5EF4-FFF2-40B4-BE49-F238E27FC236}">
                  <a16:creationId xmlns:a16="http://schemas.microsoft.com/office/drawing/2014/main" id="{7C4267E6-851D-F01A-27D8-BE41874F3AFB}"/>
                </a:ext>
              </a:extLst>
            </p:cNvPr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2" name="Google Shape;1892;p45">
              <a:extLst>
                <a:ext uri="{FF2B5EF4-FFF2-40B4-BE49-F238E27FC236}">
                  <a16:creationId xmlns:a16="http://schemas.microsoft.com/office/drawing/2014/main" id="{7824D098-BCCF-CDA9-16AB-7A5792118524}"/>
                </a:ext>
              </a:extLst>
            </p:cNvPr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3" name="Google Shape;1893;p45">
              <a:extLst>
                <a:ext uri="{FF2B5EF4-FFF2-40B4-BE49-F238E27FC236}">
                  <a16:creationId xmlns:a16="http://schemas.microsoft.com/office/drawing/2014/main" id="{80C61678-B3FB-0633-2988-3E60899AD1AE}"/>
                </a:ext>
              </a:extLst>
            </p:cNvPr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>
              <a:extLst>
                <a:ext uri="{FF2B5EF4-FFF2-40B4-BE49-F238E27FC236}">
                  <a16:creationId xmlns:a16="http://schemas.microsoft.com/office/drawing/2014/main" id="{E199512D-817B-91CD-0086-CF4F25B25AFB}"/>
                </a:ext>
              </a:extLst>
            </p:cNvPr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>
              <a:extLst>
                <a:ext uri="{FF2B5EF4-FFF2-40B4-BE49-F238E27FC236}">
                  <a16:creationId xmlns:a16="http://schemas.microsoft.com/office/drawing/2014/main" id="{4D365BC8-51EB-0759-CECD-7F86277C6273}"/>
                </a:ext>
              </a:extLst>
            </p:cNvPr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8626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F2F16403-225D-AF27-A77A-C6DF99AD0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5">
            <a:extLst>
              <a:ext uri="{FF2B5EF4-FFF2-40B4-BE49-F238E27FC236}">
                <a16:creationId xmlns:a16="http://schemas.microsoft.com/office/drawing/2014/main" id="{1B16DBD2-3428-4166-E609-A9A7ED890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8549" y="1017725"/>
            <a:ext cx="6607178" cy="3991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1.4. </a:t>
            </a:r>
            <a:r>
              <a:rPr lang="en-US" b="1" dirty="0" err="1"/>
              <a:t>Beneficii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/>
              <a:t>Reducerea</a:t>
            </a:r>
            <a:r>
              <a:rPr lang="en-US" b="1" dirty="0"/>
              <a:t> </a:t>
            </a:r>
            <a:r>
              <a:rPr lang="en-US" b="1" dirty="0" err="1"/>
              <a:t>costurilor</a:t>
            </a:r>
            <a:r>
              <a:rPr lang="en-US" b="1" dirty="0"/>
              <a:t> cu </a:t>
            </a:r>
            <a:r>
              <a:rPr lang="en-US" b="1" dirty="0" err="1"/>
              <a:t>rebuturile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a 99% din </a:t>
            </a:r>
            <a:r>
              <a:rPr lang="en-US" dirty="0" err="1"/>
              <a:t>pulberea</a:t>
            </a:r>
            <a:r>
              <a:rPr lang="en-US" dirty="0"/>
              <a:t> </a:t>
            </a:r>
            <a:r>
              <a:rPr lang="en-US" dirty="0" err="1"/>
              <a:t>metalică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timpul-mașină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oprirea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print </a:t>
            </a:r>
            <a:r>
              <a:rPr lang="en-US" dirty="0" err="1"/>
              <a:t>eșuat</a:t>
            </a:r>
            <a:r>
              <a:rPr lang="en-US" dirty="0"/>
              <a:t> la </a:t>
            </a:r>
            <a:r>
              <a:rPr lang="en-US" dirty="0" err="1"/>
              <a:t>stratul</a:t>
            </a:r>
            <a:r>
              <a:rPr lang="en-US" dirty="0"/>
              <a:t> 100 din 5.000, nu la final.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Creșterea</a:t>
            </a:r>
            <a:r>
              <a:rPr lang="en-US" b="1" dirty="0"/>
              <a:t> </a:t>
            </a:r>
            <a:r>
              <a:rPr lang="en-US" b="1" dirty="0" err="1"/>
              <a:t>fiabilității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Trecerea</a:t>
            </a:r>
            <a:r>
              <a:rPr lang="en-US" dirty="0"/>
              <a:t> de la </a:t>
            </a:r>
            <a:r>
              <a:rPr lang="en-US" dirty="0" err="1"/>
              <a:t>inspecție</a:t>
            </a:r>
            <a:r>
              <a:rPr lang="en-US" dirty="0"/>
              <a:t> </a:t>
            </a:r>
            <a:r>
              <a:rPr lang="en-US" dirty="0" err="1"/>
              <a:t>finală</a:t>
            </a:r>
            <a:r>
              <a:rPr lang="en-US" dirty="0"/>
              <a:t> la </a:t>
            </a:r>
            <a:r>
              <a:rPr lang="en-US" dirty="0" err="1"/>
              <a:t>inspecție</a:t>
            </a:r>
            <a:r>
              <a:rPr lang="en-US" dirty="0"/>
              <a:t> 100% per </a:t>
            </a:r>
            <a:r>
              <a:rPr lang="en-US" dirty="0" err="1"/>
              <a:t>strat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Reducerea</a:t>
            </a:r>
            <a:r>
              <a:rPr lang="en-US" b="1" dirty="0"/>
              <a:t> </a:t>
            </a:r>
            <a:r>
              <a:rPr lang="en-US" b="1" dirty="0" err="1"/>
              <a:t>timpului</a:t>
            </a:r>
            <a:r>
              <a:rPr lang="en-US" b="1" dirty="0"/>
              <a:t> de </a:t>
            </a:r>
            <a:r>
              <a:rPr lang="en-US" b="1" dirty="0" err="1"/>
              <a:t>inspecție</a:t>
            </a:r>
            <a:r>
              <a:rPr lang="en-US" b="1" dirty="0"/>
              <a:t>:</a:t>
            </a:r>
            <a:r>
              <a:rPr lang="en-US" dirty="0"/>
              <a:t> Se reduce drastic </a:t>
            </a:r>
            <a:r>
              <a:rPr lang="en-US" dirty="0" err="1"/>
              <a:t>nevoia</a:t>
            </a:r>
            <a:r>
              <a:rPr lang="en-US" dirty="0"/>
              <a:t> de </a:t>
            </a:r>
            <a:r>
              <a:rPr lang="en-US" dirty="0" err="1"/>
              <a:t>scanare</a:t>
            </a:r>
            <a:r>
              <a:rPr lang="en-US" dirty="0"/>
              <a:t> CT </a:t>
            </a:r>
            <a:r>
              <a:rPr lang="en-US" dirty="0" err="1"/>
              <a:t>scumpă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e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documentată</a:t>
            </a:r>
            <a:r>
              <a:rPr lang="en-US" dirty="0"/>
              <a:t> din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fabricației</a:t>
            </a:r>
            <a:r>
              <a:rPr lang="en-US" dirty="0"/>
              <a:t>.</a:t>
            </a:r>
          </a:p>
        </p:txBody>
      </p:sp>
      <p:sp>
        <p:nvSpPr>
          <p:cNvPr id="1888" name="Google Shape;1888;p45">
            <a:extLst>
              <a:ext uri="{FF2B5EF4-FFF2-40B4-BE49-F238E27FC236}">
                <a16:creationId xmlns:a16="http://schemas.microsoft.com/office/drawing/2014/main" id="{03FD744B-8E93-233B-8A7E-E4B1FC486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Descriere nevoie</a:t>
            </a:r>
            <a:endParaRPr dirty="0"/>
          </a:p>
        </p:txBody>
      </p:sp>
      <p:sp>
        <p:nvSpPr>
          <p:cNvPr id="1889" name="Google Shape;1889;p45">
            <a:extLst>
              <a:ext uri="{FF2B5EF4-FFF2-40B4-BE49-F238E27FC236}">
                <a16:creationId xmlns:a16="http://schemas.microsoft.com/office/drawing/2014/main" id="{82EB857D-332D-C115-73F9-BEE5CEFAEF7B}"/>
              </a:ext>
            </a:extLst>
          </p:cNvPr>
          <p:cNvSpPr/>
          <p:nvPr/>
        </p:nvSpPr>
        <p:spPr>
          <a:xfrm rot="-5400000">
            <a:off x="-3439512" y="628985"/>
            <a:ext cx="17473" cy="12684"/>
          </a:xfrm>
          <a:custGeom>
            <a:avLst/>
            <a:gdLst/>
            <a:ahLst/>
            <a:cxnLst/>
            <a:rect l="l" t="t" r="r" b="b"/>
            <a:pathLst>
              <a:path w="540" h="392" extrusionOk="0">
                <a:moveTo>
                  <a:pt x="539" y="0"/>
                </a:moveTo>
                <a:cubicBezTo>
                  <a:pt x="538" y="1"/>
                  <a:pt x="345" y="140"/>
                  <a:pt x="1" y="392"/>
                </a:cubicBezTo>
                <a:cubicBezTo>
                  <a:pt x="179" y="264"/>
                  <a:pt x="357" y="132"/>
                  <a:pt x="53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0" name="Google Shape;1890;p45">
            <a:extLst>
              <a:ext uri="{FF2B5EF4-FFF2-40B4-BE49-F238E27FC236}">
                <a16:creationId xmlns:a16="http://schemas.microsoft.com/office/drawing/2014/main" id="{06BADC86-7CC6-0F21-6F41-E869BA4481CE}"/>
              </a:ext>
            </a:extLst>
          </p:cNvPr>
          <p:cNvGrpSpPr/>
          <p:nvPr/>
        </p:nvGrpSpPr>
        <p:grpSpPr>
          <a:xfrm flipH="1">
            <a:off x="7225727" y="1419468"/>
            <a:ext cx="1066388" cy="1223927"/>
            <a:chOff x="6646350" y="4133672"/>
            <a:chExt cx="827363" cy="949664"/>
          </a:xfrm>
        </p:grpSpPr>
        <p:sp>
          <p:nvSpPr>
            <p:cNvPr id="1891" name="Google Shape;1891;p45">
              <a:extLst>
                <a:ext uri="{FF2B5EF4-FFF2-40B4-BE49-F238E27FC236}">
                  <a16:creationId xmlns:a16="http://schemas.microsoft.com/office/drawing/2014/main" id="{DB0025F9-FDF9-8B49-F0E9-774F305E740E}"/>
                </a:ext>
              </a:extLst>
            </p:cNvPr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2" name="Google Shape;1892;p45">
              <a:extLst>
                <a:ext uri="{FF2B5EF4-FFF2-40B4-BE49-F238E27FC236}">
                  <a16:creationId xmlns:a16="http://schemas.microsoft.com/office/drawing/2014/main" id="{2123DCB2-BD76-ABBC-02BA-F8C978D81861}"/>
                </a:ext>
              </a:extLst>
            </p:cNvPr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3" name="Google Shape;1893;p45">
              <a:extLst>
                <a:ext uri="{FF2B5EF4-FFF2-40B4-BE49-F238E27FC236}">
                  <a16:creationId xmlns:a16="http://schemas.microsoft.com/office/drawing/2014/main" id="{A84B3536-3B84-EF09-9C20-A13C5B32EAB9}"/>
                </a:ext>
              </a:extLst>
            </p:cNvPr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>
              <a:extLst>
                <a:ext uri="{FF2B5EF4-FFF2-40B4-BE49-F238E27FC236}">
                  <a16:creationId xmlns:a16="http://schemas.microsoft.com/office/drawing/2014/main" id="{08F4E8CE-0536-6C75-77BB-07449691F223}"/>
                </a:ext>
              </a:extLst>
            </p:cNvPr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>
              <a:extLst>
                <a:ext uri="{FF2B5EF4-FFF2-40B4-BE49-F238E27FC236}">
                  <a16:creationId xmlns:a16="http://schemas.microsoft.com/office/drawing/2014/main" id="{915394F3-7700-64C5-370F-E98418BF7578}"/>
                </a:ext>
              </a:extLst>
            </p:cNvPr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0809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EAA7530A-4D2A-F30D-190E-3CBF2F30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5">
            <a:extLst>
              <a:ext uri="{FF2B5EF4-FFF2-40B4-BE49-F238E27FC236}">
                <a16:creationId xmlns:a16="http://schemas.microsoft.com/office/drawing/2014/main" id="{28DC42EB-872F-9E28-6907-AFD15A623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8549" y="1017725"/>
            <a:ext cx="6607178" cy="3991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1.5. </a:t>
            </a:r>
            <a:r>
              <a:rPr lang="en-US" b="1" dirty="0" err="1"/>
              <a:t>Surse</a:t>
            </a:r>
            <a:r>
              <a:rPr lang="en-US" b="1" dirty="0"/>
              <a:t> </a:t>
            </a:r>
            <a:r>
              <a:rPr lang="en-US" b="1" dirty="0" err="1"/>
              <a:t>Relevante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/>
              <a:t>Articol</a:t>
            </a:r>
            <a:r>
              <a:rPr lang="en-US" b="1" dirty="0"/>
              <a:t> specific (CNN + Melt Pool):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https://www.mdpi.com/2075-4701/15/8/840 </a:t>
            </a:r>
            <a:r>
              <a:rPr lang="en-US" dirty="0"/>
              <a:t>(Deep Learning to Analyze Spatter and Melt Pool Behavior During Additive Manufacturing)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Articol</a:t>
            </a:r>
            <a:r>
              <a:rPr lang="en-US" b="1" dirty="0"/>
              <a:t> de context (Review):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https://www.mdpi.com/2076-3417/13/12/7266</a:t>
            </a:r>
            <a:r>
              <a:rPr lang="en-US" dirty="0"/>
              <a:t> (A Review of In Situ Defect Detection and Monitoring Technologies in Selective Laser Melting)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Articol</a:t>
            </a:r>
            <a:r>
              <a:rPr lang="en-US" b="1" dirty="0"/>
              <a:t> de </a:t>
            </a:r>
            <a:r>
              <a:rPr lang="en-US" b="1" dirty="0" err="1"/>
              <a:t>bază</a:t>
            </a:r>
            <a:r>
              <a:rPr lang="en-US" b="1" dirty="0"/>
              <a:t> (CNN + SLM):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https://www.researchgate.net/publication/362343708_A_convolutional_neural_network-based_multi-sensor_fusion_approach_for_in-situ_quality_monitoring_of_selective_laser_melting</a:t>
            </a:r>
            <a:endParaRPr lang="en-US" dirty="0"/>
          </a:p>
        </p:txBody>
      </p:sp>
      <p:sp>
        <p:nvSpPr>
          <p:cNvPr id="1888" name="Google Shape;1888;p45">
            <a:extLst>
              <a:ext uri="{FF2B5EF4-FFF2-40B4-BE49-F238E27FC236}">
                <a16:creationId xmlns:a16="http://schemas.microsoft.com/office/drawing/2014/main" id="{80CF1316-FE28-383D-78DD-AF636032A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Descriere nevoie</a:t>
            </a:r>
            <a:endParaRPr dirty="0"/>
          </a:p>
        </p:txBody>
      </p:sp>
      <p:sp>
        <p:nvSpPr>
          <p:cNvPr id="1889" name="Google Shape;1889;p45">
            <a:extLst>
              <a:ext uri="{FF2B5EF4-FFF2-40B4-BE49-F238E27FC236}">
                <a16:creationId xmlns:a16="http://schemas.microsoft.com/office/drawing/2014/main" id="{6EE2F240-87DA-8487-1E8C-F26A9809A3E5}"/>
              </a:ext>
            </a:extLst>
          </p:cNvPr>
          <p:cNvSpPr/>
          <p:nvPr/>
        </p:nvSpPr>
        <p:spPr>
          <a:xfrm rot="-5400000">
            <a:off x="-3439512" y="628985"/>
            <a:ext cx="17473" cy="12684"/>
          </a:xfrm>
          <a:custGeom>
            <a:avLst/>
            <a:gdLst/>
            <a:ahLst/>
            <a:cxnLst/>
            <a:rect l="l" t="t" r="r" b="b"/>
            <a:pathLst>
              <a:path w="540" h="392" extrusionOk="0">
                <a:moveTo>
                  <a:pt x="539" y="0"/>
                </a:moveTo>
                <a:cubicBezTo>
                  <a:pt x="538" y="1"/>
                  <a:pt x="345" y="140"/>
                  <a:pt x="1" y="392"/>
                </a:cubicBezTo>
                <a:cubicBezTo>
                  <a:pt x="179" y="264"/>
                  <a:pt x="357" y="132"/>
                  <a:pt x="53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0" name="Google Shape;1890;p45">
            <a:extLst>
              <a:ext uri="{FF2B5EF4-FFF2-40B4-BE49-F238E27FC236}">
                <a16:creationId xmlns:a16="http://schemas.microsoft.com/office/drawing/2014/main" id="{66E4C3EA-45AE-34C1-BA75-64CDE4353BF5}"/>
              </a:ext>
            </a:extLst>
          </p:cNvPr>
          <p:cNvGrpSpPr/>
          <p:nvPr/>
        </p:nvGrpSpPr>
        <p:grpSpPr>
          <a:xfrm flipH="1">
            <a:off x="7225727" y="1419468"/>
            <a:ext cx="1066388" cy="1223927"/>
            <a:chOff x="6646350" y="4133672"/>
            <a:chExt cx="827363" cy="949664"/>
          </a:xfrm>
        </p:grpSpPr>
        <p:sp>
          <p:nvSpPr>
            <p:cNvPr id="1891" name="Google Shape;1891;p45">
              <a:extLst>
                <a:ext uri="{FF2B5EF4-FFF2-40B4-BE49-F238E27FC236}">
                  <a16:creationId xmlns:a16="http://schemas.microsoft.com/office/drawing/2014/main" id="{4153F363-A276-09E9-E6D4-FE2DAECAC946}"/>
                </a:ext>
              </a:extLst>
            </p:cNvPr>
            <p:cNvSpPr/>
            <p:nvPr/>
          </p:nvSpPr>
          <p:spPr>
            <a:xfrm>
              <a:off x="6646350" y="4138400"/>
              <a:ext cx="823250" cy="943600"/>
            </a:xfrm>
            <a:custGeom>
              <a:avLst/>
              <a:gdLst/>
              <a:ahLst/>
              <a:cxnLst/>
              <a:rect l="l" t="t" r="r" b="b"/>
              <a:pathLst>
                <a:path w="32930" h="37744" extrusionOk="0">
                  <a:moveTo>
                    <a:pt x="0" y="28280"/>
                  </a:moveTo>
                  <a:lnTo>
                    <a:pt x="16643" y="37744"/>
                  </a:lnTo>
                  <a:lnTo>
                    <a:pt x="32756" y="28332"/>
                  </a:lnTo>
                  <a:lnTo>
                    <a:pt x="32930" y="9335"/>
                  </a:lnTo>
                  <a:lnTo>
                    <a:pt x="16643" y="0"/>
                  </a:lnTo>
                  <a:lnTo>
                    <a:pt x="260" y="94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2" name="Google Shape;1892;p45">
              <a:extLst>
                <a:ext uri="{FF2B5EF4-FFF2-40B4-BE49-F238E27FC236}">
                  <a16:creationId xmlns:a16="http://schemas.microsoft.com/office/drawing/2014/main" id="{42630102-8C49-EA96-5F5E-FC403EBABAB1}"/>
                </a:ext>
              </a:extLst>
            </p:cNvPr>
            <p:cNvSpPr/>
            <p:nvPr/>
          </p:nvSpPr>
          <p:spPr>
            <a:xfrm>
              <a:off x="7051875" y="4371800"/>
              <a:ext cx="420875" cy="475525"/>
            </a:xfrm>
            <a:custGeom>
              <a:avLst/>
              <a:gdLst/>
              <a:ahLst/>
              <a:cxnLst/>
              <a:rect l="l" t="t" r="r" b="b"/>
              <a:pathLst>
                <a:path w="16835" h="19021" extrusionOk="0">
                  <a:moveTo>
                    <a:pt x="0" y="9758"/>
                  </a:moveTo>
                  <a:lnTo>
                    <a:pt x="16645" y="19021"/>
                  </a:lnTo>
                  <a:lnTo>
                    <a:pt x="16835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3" name="Google Shape;1893;p45">
              <a:extLst>
                <a:ext uri="{FF2B5EF4-FFF2-40B4-BE49-F238E27FC236}">
                  <a16:creationId xmlns:a16="http://schemas.microsoft.com/office/drawing/2014/main" id="{6E77B34B-0FEE-C680-AF54-A1B64A039B91}"/>
                </a:ext>
              </a:extLst>
            </p:cNvPr>
            <p:cNvSpPr/>
            <p:nvPr/>
          </p:nvSpPr>
          <p:spPr>
            <a:xfrm rot="10800000" flipH="1">
              <a:off x="6646357" y="4372583"/>
              <a:ext cx="413947" cy="710754"/>
            </a:xfrm>
            <a:custGeom>
              <a:avLst/>
              <a:gdLst/>
              <a:ahLst/>
              <a:cxnLst/>
              <a:rect l="l" t="t" r="r" b="b"/>
              <a:pathLst>
                <a:path w="13082" h="22462" extrusionOk="0">
                  <a:moveTo>
                    <a:pt x="13081" y="14910"/>
                  </a:moveTo>
                  <a:lnTo>
                    <a:pt x="13081" y="0"/>
                  </a:lnTo>
                  <a:lnTo>
                    <a:pt x="13066" y="8"/>
                  </a:lnTo>
                  <a:lnTo>
                    <a:pt x="1" y="7552"/>
                  </a:lnTo>
                  <a:lnTo>
                    <a:pt x="1" y="7552"/>
                  </a:lnTo>
                  <a:lnTo>
                    <a:pt x="1" y="22457"/>
                  </a:lnTo>
                  <a:lnTo>
                    <a:pt x="5" y="2246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>
              <a:extLst>
                <a:ext uri="{FF2B5EF4-FFF2-40B4-BE49-F238E27FC236}">
                  <a16:creationId xmlns:a16="http://schemas.microsoft.com/office/drawing/2014/main" id="{E6DC1A33-B72C-8D2B-918F-351D57729113}"/>
                </a:ext>
              </a:extLst>
            </p:cNvPr>
            <p:cNvSpPr/>
            <p:nvPr/>
          </p:nvSpPr>
          <p:spPr>
            <a:xfrm rot="10800000" flipH="1">
              <a:off x="7060253" y="4610946"/>
              <a:ext cx="409169" cy="472391"/>
            </a:xfrm>
            <a:custGeom>
              <a:avLst/>
              <a:gdLst/>
              <a:ahLst/>
              <a:cxnLst/>
              <a:rect l="l" t="t" r="r" b="b"/>
              <a:pathLst>
                <a:path w="12931" h="14929" extrusionOk="0">
                  <a:moveTo>
                    <a:pt x="0" y="0"/>
                  </a:moveTo>
                  <a:lnTo>
                    <a:pt x="0" y="14910"/>
                  </a:lnTo>
                  <a:lnTo>
                    <a:pt x="0" y="14929"/>
                  </a:lnTo>
                  <a:lnTo>
                    <a:pt x="0" y="14929"/>
                  </a:lnTo>
                  <a:lnTo>
                    <a:pt x="16" y="14921"/>
                  </a:lnTo>
                  <a:lnTo>
                    <a:pt x="12930" y="746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>
              <a:extLst>
                <a:ext uri="{FF2B5EF4-FFF2-40B4-BE49-F238E27FC236}">
                  <a16:creationId xmlns:a16="http://schemas.microsoft.com/office/drawing/2014/main" id="{8153BD25-9094-8E4B-A3E8-090AFB61B1D7}"/>
                </a:ext>
              </a:extLst>
            </p:cNvPr>
            <p:cNvSpPr/>
            <p:nvPr/>
          </p:nvSpPr>
          <p:spPr>
            <a:xfrm rot="10800000" flipH="1">
              <a:off x="6646483" y="4133672"/>
              <a:ext cx="827230" cy="477928"/>
            </a:xfrm>
            <a:custGeom>
              <a:avLst/>
              <a:gdLst/>
              <a:ahLst/>
              <a:cxnLst/>
              <a:rect l="l" t="t" r="r" b="b"/>
              <a:pathLst>
                <a:path w="26143" h="15104" extrusionOk="0">
                  <a:moveTo>
                    <a:pt x="26143" y="7564"/>
                  </a:moveTo>
                  <a:lnTo>
                    <a:pt x="13077" y="20"/>
                  </a:lnTo>
                  <a:lnTo>
                    <a:pt x="13077" y="20"/>
                  </a:lnTo>
                  <a:lnTo>
                    <a:pt x="13077" y="1"/>
                  </a:lnTo>
                  <a:lnTo>
                    <a:pt x="1" y="7552"/>
                  </a:lnTo>
                  <a:lnTo>
                    <a:pt x="12" y="7556"/>
                  </a:lnTo>
                  <a:lnTo>
                    <a:pt x="13077" y="15100"/>
                  </a:lnTo>
                  <a:lnTo>
                    <a:pt x="13077" y="1510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5265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56"/>
          <p:cNvSpPr txBox="1">
            <a:spLocks noGrp="1"/>
          </p:cNvSpPr>
          <p:nvPr>
            <p:ph type="title"/>
          </p:nvPr>
        </p:nvSpPr>
        <p:spPr>
          <a:xfrm>
            <a:off x="829056" y="1914144"/>
            <a:ext cx="8022336" cy="241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Descrierea Sistemului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</a:t>
            </a:r>
            <a:r>
              <a:rPr lang="en" dirty="0"/>
              <a:t>ales</a:t>
            </a:r>
            <a:endParaRPr dirty="0"/>
          </a:p>
        </p:txBody>
      </p:sp>
      <p:sp>
        <p:nvSpPr>
          <p:cNvPr id="2110" name="Google Shape;2110;p56"/>
          <p:cNvSpPr txBox="1">
            <a:spLocks noGrp="1"/>
          </p:cNvSpPr>
          <p:nvPr>
            <p:ph type="title" idx="2"/>
          </p:nvPr>
        </p:nvSpPr>
        <p:spPr>
          <a:xfrm>
            <a:off x="3808050" y="1112350"/>
            <a:ext cx="1527900" cy="13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4EDE06-5696-4AD7-0E50-B76C1E59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5F54-A18C-7148-23E7-BC4004962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5"/>
            <a:ext cx="7557000" cy="3543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2.1. SIA-ul </a:t>
            </a:r>
            <a:r>
              <a:rPr lang="en-US" sz="1400" b="1" dirty="0" err="1"/>
              <a:t>Personalizat</a:t>
            </a:r>
            <a:r>
              <a:rPr lang="en-US" sz="1400" b="1" dirty="0"/>
              <a:t>: SIM-SLM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Propunem</a:t>
            </a:r>
            <a:r>
              <a:rPr lang="en-US" sz="1400" dirty="0"/>
              <a:t> un </a:t>
            </a:r>
            <a:r>
              <a:rPr lang="en-US" sz="1400" b="1" dirty="0"/>
              <a:t>"</a:t>
            </a:r>
            <a:r>
              <a:rPr lang="en-US" sz="1400" b="1" dirty="0" err="1"/>
              <a:t>Sistem</a:t>
            </a:r>
            <a:r>
              <a:rPr lang="en-US" sz="1400" b="1" dirty="0"/>
              <a:t> </a:t>
            </a:r>
            <a:r>
              <a:rPr lang="en-US" sz="1400" b="1" dirty="0" err="1"/>
              <a:t>Inteligent</a:t>
            </a:r>
            <a:r>
              <a:rPr lang="en-US" sz="1400" b="1" dirty="0"/>
              <a:t> de </a:t>
            </a:r>
            <a:r>
              <a:rPr lang="en-US" sz="1400" b="1" dirty="0" err="1"/>
              <a:t>Monitorizare</a:t>
            </a:r>
            <a:r>
              <a:rPr lang="en-US" sz="1400" b="1" dirty="0"/>
              <a:t> a </a:t>
            </a:r>
            <a:r>
              <a:rPr lang="en-US" sz="1400" b="1" dirty="0" err="1"/>
              <a:t>Proceselor</a:t>
            </a:r>
            <a:r>
              <a:rPr lang="en-US" sz="1400" b="1" dirty="0"/>
              <a:t> SLM" (SIM-SLM)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un </a:t>
            </a:r>
            <a:r>
              <a:rPr lang="en-US" sz="1400" dirty="0" err="1"/>
              <a:t>sistem</a:t>
            </a:r>
            <a:r>
              <a:rPr lang="en-US" sz="1400" dirty="0"/>
              <a:t> de </a:t>
            </a:r>
            <a:r>
              <a:rPr lang="en-US" sz="1400" b="1" dirty="0" err="1"/>
              <a:t>clasificare</a:t>
            </a:r>
            <a:r>
              <a:rPr lang="en-US" sz="1400" b="1" dirty="0"/>
              <a:t> </a:t>
            </a:r>
            <a:r>
              <a:rPr lang="en-US" sz="1400" b="1" dirty="0" err="1"/>
              <a:t>binară</a:t>
            </a:r>
            <a:r>
              <a:rPr lang="en-US" sz="1400" b="1" dirty="0"/>
              <a:t> a </a:t>
            </a:r>
            <a:r>
              <a:rPr lang="en-US" sz="1400" b="1" dirty="0" err="1"/>
              <a:t>imaginilor</a:t>
            </a:r>
            <a:r>
              <a:rPr lang="en-US" sz="1400" dirty="0"/>
              <a:t> (Image Classification).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Scopul</a:t>
            </a:r>
            <a:r>
              <a:rPr lang="en-US" sz="1400" dirty="0"/>
              <a:t> </a:t>
            </a:r>
            <a:r>
              <a:rPr lang="en-US" sz="1400" dirty="0" err="1"/>
              <a:t>său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răspundă</a:t>
            </a:r>
            <a:r>
              <a:rPr lang="en-US" sz="1400" dirty="0"/>
              <a:t> la o </a:t>
            </a:r>
            <a:r>
              <a:rPr lang="en-US" sz="1400" dirty="0" err="1"/>
              <a:t>singură</a:t>
            </a:r>
            <a:r>
              <a:rPr lang="en-US" sz="1400" dirty="0"/>
              <a:t> </a:t>
            </a:r>
            <a:r>
              <a:rPr lang="en-US" sz="1400" dirty="0" err="1"/>
              <a:t>întrebare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fiecare</a:t>
            </a:r>
            <a:r>
              <a:rPr lang="en-US" sz="1400" dirty="0"/>
              <a:t> </a:t>
            </a:r>
            <a:r>
              <a:rPr lang="en-US" sz="1400" dirty="0" err="1"/>
              <a:t>cadru</a:t>
            </a:r>
            <a:r>
              <a:rPr lang="en-US" sz="1400" dirty="0"/>
              <a:t> video </a:t>
            </a:r>
            <a:r>
              <a:rPr lang="en-US" sz="1400" dirty="0" err="1"/>
              <a:t>capturat</a:t>
            </a:r>
            <a:r>
              <a:rPr lang="en-US" sz="1400" dirty="0"/>
              <a:t> de la </a:t>
            </a:r>
            <a:r>
              <a:rPr lang="en-US" sz="1400" dirty="0" err="1"/>
              <a:t>mașină</a:t>
            </a:r>
            <a:r>
              <a:rPr lang="en-US" sz="1400" dirty="0"/>
              <a:t>: </a:t>
            </a:r>
            <a:r>
              <a:rPr lang="en-US" sz="1400" dirty="0" err="1"/>
              <a:t>Starea</a:t>
            </a:r>
            <a:r>
              <a:rPr lang="en-US" sz="1400" dirty="0"/>
              <a:t> "melt pool"-</a:t>
            </a:r>
            <a:r>
              <a:rPr lang="en-US" sz="1400" dirty="0" err="1"/>
              <a:t>ului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b="1" dirty="0"/>
              <a:t>"OK"</a:t>
            </a:r>
            <a:r>
              <a:rPr lang="en-US" sz="1400" dirty="0"/>
              <a:t> (</a:t>
            </a:r>
            <a:r>
              <a:rPr lang="en-US" sz="1400" dirty="0" err="1"/>
              <a:t>Normală</a:t>
            </a:r>
            <a:r>
              <a:rPr lang="en-US" sz="1400" dirty="0"/>
              <a:t>)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b="1" dirty="0"/>
              <a:t>"Defect"</a:t>
            </a:r>
            <a:r>
              <a:rPr lang="en-US" sz="1400" dirty="0"/>
              <a:t> (</a:t>
            </a:r>
            <a:r>
              <a:rPr lang="en-US" sz="1400" dirty="0" err="1"/>
              <a:t>Anomalie</a:t>
            </a:r>
            <a:r>
              <a:rPr lang="en-US" sz="1400" dirty="0"/>
              <a:t>)?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1919C625-376F-3FD1-6BC0-A56C68C5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83CADA-8DBD-158A-8C60-D1F8CD6E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BBC48-37D8-A220-B6F1-60C24A765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475232"/>
            <a:ext cx="7557000" cy="366826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2.2. </a:t>
            </a:r>
            <a:r>
              <a:rPr lang="en-US" sz="1400" b="1" dirty="0" err="1"/>
              <a:t>Capabilități</a:t>
            </a:r>
            <a:r>
              <a:rPr lang="en-US" sz="1400" b="1" dirty="0"/>
              <a:t> </a:t>
            </a:r>
            <a:r>
              <a:rPr lang="en-US" sz="1400" b="1" dirty="0" err="1"/>
              <a:t>și</a:t>
            </a:r>
            <a:r>
              <a:rPr lang="en-US" sz="1400" b="1" dirty="0"/>
              <a:t> </a:t>
            </a:r>
            <a:r>
              <a:rPr lang="en-US" sz="1400" b="1" dirty="0" err="1"/>
              <a:t>Roluri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/>
              <a:t>Rol: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de </a:t>
            </a:r>
            <a:r>
              <a:rPr lang="en-US" sz="1400" dirty="0" err="1"/>
              <a:t>inspecție</a:t>
            </a:r>
            <a:r>
              <a:rPr lang="en-US" sz="1400" dirty="0"/>
              <a:t> </a:t>
            </a:r>
            <a:r>
              <a:rPr lang="en-US" sz="1400" dirty="0" err="1"/>
              <a:t>vizuală</a:t>
            </a:r>
            <a:r>
              <a:rPr lang="en-US" sz="1400" dirty="0"/>
              <a:t> </a:t>
            </a:r>
            <a:r>
              <a:rPr lang="en-US" sz="1400" dirty="0" err="1"/>
              <a:t>automată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alertare</a:t>
            </a:r>
            <a:r>
              <a:rPr lang="en-US" sz="1400" dirty="0"/>
              <a:t> </a:t>
            </a:r>
            <a:r>
              <a:rPr lang="en-US" sz="1400" dirty="0" err="1"/>
              <a:t>timpurie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Capabilități</a:t>
            </a:r>
            <a:r>
              <a:rPr lang="en-US" sz="1400" b="1" dirty="0"/>
              <a:t>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Ingestie</a:t>
            </a:r>
            <a:r>
              <a:rPr lang="en-US" b="1" dirty="0"/>
              <a:t> de date:</a:t>
            </a:r>
            <a:r>
              <a:rPr lang="en-US" dirty="0"/>
              <a:t> Se </a:t>
            </a:r>
            <a:r>
              <a:rPr lang="en-US" dirty="0" err="1"/>
              <a:t>conectează</a:t>
            </a:r>
            <a:r>
              <a:rPr lang="en-US" dirty="0"/>
              <a:t> la un flux video (</a:t>
            </a:r>
            <a:r>
              <a:rPr lang="en-US" dirty="0" err="1"/>
              <a:t>simulat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real) de la o </a:t>
            </a:r>
            <a:r>
              <a:rPr lang="en-US" dirty="0" err="1"/>
              <a:t>cameră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filmează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Pre-</a:t>
            </a:r>
            <a:r>
              <a:rPr lang="en-US" b="1" dirty="0" err="1"/>
              <a:t>procesare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Extrage</a:t>
            </a:r>
            <a:r>
              <a:rPr lang="en-US" dirty="0"/>
              <a:t> cadre (frames), le </a:t>
            </a:r>
            <a:r>
              <a:rPr lang="en-US" dirty="0" err="1"/>
              <a:t>decupează</a:t>
            </a:r>
            <a:r>
              <a:rPr lang="en-US" dirty="0"/>
              <a:t> (crop)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jurul</a:t>
            </a:r>
            <a:r>
              <a:rPr lang="en-US" dirty="0"/>
              <a:t> "melt pool"-</a:t>
            </a:r>
            <a:r>
              <a:rPr lang="en-US" dirty="0" err="1"/>
              <a:t>ului</a:t>
            </a:r>
            <a:r>
              <a:rPr lang="en-US" dirty="0"/>
              <a:t>, le </a:t>
            </a:r>
            <a:r>
              <a:rPr lang="en-US" dirty="0" err="1"/>
              <a:t>redimensionează</a:t>
            </a:r>
            <a:r>
              <a:rPr lang="en-US" dirty="0"/>
              <a:t> (ex: 64x64px) </a:t>
            </a:r>
            <a:r>
              <a:rPr lang="en-US" dirty="0" err="1"/>
              <a:t>și</a:t>
            </a:r>
            <a:r>
              <a:rPr lang="en-US" dirty="0"/>
              <a:t> le </a:t>
            </a:r>
            <a:r>
              <a:rPr lang="en-US" dirty="0" err="1"/>
              <a:t>normalizează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Clasificare</a:t>
            </a:r>
            <a:r>
              <a:rPr lang="en-US" b="1" dirty="0"/>
              <a:t> (</a:t>
            </a:r>
            <a:r>
              <a:rPr lang="en-US" b="1" dirty="0" err="1"/>
              <a:t>Inferență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imaginea</a:t>
            </a:r>
            <a:r>
              <a:rPr lang="en-US" dirty="0"/>
              <a:t> pre-</a:t>
            </a:r>
            <a:r>
              <a:rPr lang="en-US" dirty="0" err="1"/>
              <a:t>procesată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CNN </a:t>
            </a:r>
            <a:r>
              <a:rPr lang="en-US" dirty="0" err="1"/>
              <a:t>antrenat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Alertare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returnează</a:t>
            </a:r>
            <a:r>
              <a:rPr lang="en-US" dirty="0"/>
              <a:t> "Defect" cu o </a:t>
            </a:r>
            <a:r>
              <a:rPr lang="en-US" dirty="0" err="1"/>
              <a:t>încredere</a:t>
            </a:r>
            <a:r>
              <a:rPr lang="en-US" dirty="0"/>
              <a:t> de </a:t>
            </a:r>
            <a:r>
              <a:rPr lang="en-US" dirty="0" err="1"/>
              <a:t>peste</a:t>
            </a:r>
            <a:r>
              <a:rPr lang="en-US" dirty="0"/>
              <a:t> 95%, </a:t>
            </a:r>
            <a:r>
              <a:rPr lang="en-US" dirty="0" err="1"/>
              <a:t>trimite</a:t>
            </a:r>
            <a:r>
              <a:rPr lang="en-US" dirty="0"/>
              <a:t> un </a:t>
            </a:r>
            <a:r>
              <a:rPr lang="en-US" dirty="0" err="1"/>
              <a:t>semnal</a:t>
            </a:r>
            <a:r>
              <a:rPr lang="en-US" dirty="0"/>
              <a:t> (ex: JSON </a:t>
            </a:r>
            <a:r>
              <a:rPr lang="en-US" dirty="0" err="1"/>
              <a:t>prin</a:t>
            </a:r>
            <a:r>
              <a:rPr lang="en-US" dirty="0"/>
              <a:t> API)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0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919D15A4-8725-C7E2-27D1-34F706B2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F0E1DC-6DCD-D4D3-3300-387CEC7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4750-BACB-D18D-2793-9ACFE5EA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2.3. </a:t>
            </a:r>
            <a:r>
              <a:rPr lang="en-US" sz="1400" b="1" dirty="0" err="1"/>
              <a:t>Arhitectura</a:t>
            </a:r>
            <a:r>
              <a:rPr lang="en-US" sz="1400" b="1" dirty="0"/>
              <a:t> SIA-</a:t>
            </a:r>
            <a:r>
              <a:rPr lang="en-US" sz="1400" b="1" dirty="0" err="1"/>
              <a:t>ului</a:t>
            </a:r>
            <a:r>
              <a:rPr lang="en-US" sz="1400" b="1" dirty="0"/>
              <a:t> (</a:t>
            </a:r>
            <a:r>
              <a:rPr lang="en-US" sz="1400" b="1" dirty="0" err="1"/>
              <a:t>Componente</a:t>
            </a:r>
            <a:r>
              <a:rPr lang="en-US" sz="1400" b="1" dirty="0"/>
              <a:t> Software </a:t>
            </a:r>
            <a:r>
              <a:rPr lang="en-US" sz="1400" b="1" dirty="0" err="1"/>
              <a:t>și</a:t>
            </a:r>
            <a:r>
              <a:rPr lang="en-US" sz="1400" b="1" dirty="0"/>
              <a:t> Hardware)</a:t>
            </a:r>
          </a:p>
          <a:p>
            <a:r>
              <a:rPr lang="en-US" sz="1400" b="1" dirty="0"/>
              <a:t>Hardware: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Mașina</a:t>
            </a:r>
            <a:r>
              <a:rPr lang="en-US" b="1" dirty="0"/>
              <a:t> SLM: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Real care </a:t>
            </a:r>
            <a:r>
              <a:rPr lang="en-US" dirty="0" err="1"/>
              <a:t>generează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(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Sistem</a:t>
            </a:r>
            <a:r>
              <a:rPr lang="en-US" b="1" dirty="0"/>
              <a:t> de </a:t>
            </a:r>
            <a:r>
              <a:rPr lang="en-US" b="1" dirty="0" err="1"/>
              <a:t>Viziune</a:t>
            </a:r>
            <a:r>
              <a:rPr lang="en-US" b="1" dirty="0"/>
              <a:t>:</a:t>
            </a:r>
            <a:r>
              <a:rPr lang="en-US" dirty="0"/>
              <a:t> O </a:t>
            </a:r>
            <a:r>
              <a:rPr lang="en-US" dirty="0" err="1"/>
              <a:t>cameră</a:t>
            </a:r>
            <a:r>
              <a:rPr lang="en-US" dirty="0"/>
              <a:t> de mare </a:t>
            </a:r>
            <a:r>
              <a:rPr lang="en-US" dirty="0" err="1"/>
              <a:t>viteză</a:t>
            </a:r>
            <a:r>
              <a:rPr lang="en-US" dirty="0"/>
              <a:t> (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producție</a:t>
            </a:r>
            <a:r>
              <a:rPr lang="en-US" dirty="0"/>
              <a:t>) </a:t>
            </a:r>
            <a:r>
              <a:rPr lang="en-US" dirty="0" err="1"/>
              <a:t>sau</a:t>
            </a:r>
            <a:r>
              <a:rPr lang="en-US" dirty="0"/>
              <a:t> un webcam (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prototip</a:t>
            </a:r>
            <a:r>
              <a:rPr lang="en-US" dirty="0"/>
              <a:t>) care </a:t>
            </a:r>
            <a:r>
              <a:rPr lang="en-US" dirty="0" err="1"/>
              <a:t>filmează</a:t>
            </a:r>
            <a:r>
              <a:rPr lang="en-US" dirty="0"/>
              <a:t> zona de </a:t>
            </a:r>
            <a:r>
              <a:rPr lang="en-US" dirty="0" err="1"/>
              <a:t>topire</a:t>
            </a:r>
            <a:r>
              <a:rPr lang="en-US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Server AI (Backend):</a:t>
            </a:r>
            <a:r>
              <a:rPr lang="en-US" dirty="0"/>
              <a:t> Un PC/laptop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stiva</a:t>
            </a:r>
            <a:r>
              <a:rPr lang="en-US" dirty="0"/>
              <a:t> software Python.</a:t>
            </a:r>
          </a:p>
          <a:p>
            <a:r>
              <a:rPr lang="en-US" sz="1400" b="1" dirty="0"/>
              <a:t>Software (</a:t>
            </a:r>
            <a:r>
              <a:rPr lang="en-US" sz="1400" b="1" dirty="0" err="1"/>
              <a:t>Stiva</a:t>
            </a:r>
            <a:r>
              <a:rPr lang="en-US" sz="1400" b="1" dirty="0"/>
              <a:t> Python):</a:t>
            </a: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 dirty="0"/>
              <a:t>app.py (API Web):</a:t>
            </a:r>
            <a:r>
              <a:rPr lang="en-US" sz="1400" dirty="0"/>
              <a:t> Un server </a:t>
            </a:r>
            <a:r>
              <a:rPr lang="en-US" sz="1400" b="1" dirty="0"/>
              <a:t>Flask</a:t>
            </a:r>
            <a:r>
              <a:rPr lang="en-US" sz="1400" dirty="0"/>
              <a:t> (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FastAPI</a:t>
            </a:r>
            <a:r>
              <a:rPr lang="en-US" sz="1400" dirty="0"/>
              <a:t>) care </a:t>
            </a:r>
            <a:r>
              <a:rPr lang="en-US" sz="1400" dirty="0" err="1"/>
              <a:t>expune</a:t>
            </a:r>
            <a:r>
              <a:rPr lang="en-US" sz="1400" dirty="0"/>
              <a:t> un endpoint API (ex: POST /</a:t>
            </a:r>
            <a:r>
              <a:rPr lang="en-US" sz="1400" dirty="0" err="1"/>
              <a:t>check_image</a:t>
            </a:r>
            <a:r>
              <a:rPr lang="en-US" sz="1400" dirty="0"/>
              <a:t>). </a:t>
            </a: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"</a:t>
            </a:r>
            <a:r>
              <a:rPr lang="en-US" sz="1400" dirty="0" err="1"/>
              <a:t>creierul</a:t>
            </a:r>
            <a:r>
              <a:rPr lang="en-US" sz="1400" dirty="0"/>
              <a:t>" care </a:t>
            </a:r>
            <a:r>
              <a:rPr lang="en-US" sz="1400" dirty="0" err="1"/>
              <a:t>primește</a:t>
            </a:r>
            <a:r>
              <a:rPr lang="en-US" sz="1400" dirty="0"/>
              <a:t> </a:t>
            </a:r>
            <a:r>
              <a:rPr lang="en-US" sz="1400" dirty="0" err="1"/>
              <a:t>cereri</a:t>
            </a:r>
            <a:r>
              <a:rPr lang="en-US" sz="1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 dirty="0"/>
              <a:t>cnn_model.h5 (Modelul AI):</a:t>
            </a:r>
            <a:r>
              <a:rPr lang="en-US" sz="1400" dirty="0"/>
              <a:t> Modelul </a:t>
            </a:r>
            <a:r>
              <a:rPr lang="en-US" sz="1400" b="1" dirty="0"/>
              <a:t>TensorFlow/</a:t>
            </a:r>
            <a:r>
              <a:rPr lang="en-US" sz="1400" b="1" dirty="0" err="1"/>
              <a:t>Keras</a:t>
            </a:r>
            <a:r>
              <a:rPr lang="en-US" sz="1400" dirty="0"/>
              <a:t> </a:t>
            </a:r>
            <a:r>
              <a:rPr lang="en-US" sz="1400" dirty="0" err="1"/>
              <a:t>antrenat</a:t>
            </a:r>
            <a:r>
              <a:rPr lang="en-US" sz="1400" dirty="0"/>
              <a:t>. Este o </a:t>
            </a:r>
            <a:r>
              <a:rPr lang="en-US" sz="1400" dirty="0" err="1"/>
              <a:t>Rețea</a:t>
            </a:r>
            <a:r>
              <a:rPr lang="en-US" sz="1400" dirty="0"/>
              <a:t> </a:t>
            </a:r>
            <a:r>
              <a:rPr lang="en-US" sz="1400" dirty="0" err="1"/>
              <a:t>Neuronală</a:t>
            </a:r>
            <a:r>
              <a:rPr lang="en-US" sz="1400" dirty="0"/>
              <a:t> </a:t>
            </a:r>
            <a:r>
              <a:rPr lang="en-US" sz="1400" dirty="0" err="1"/>
              <a:t>Convoluțională</a:t>
            </a:r>
            <a:r>
              <a:rPr lang="en-US" sz="1400" dirty="0"/>
              <a:t>, </a:t>
            </a:r>
            <a:r>
              <a:rPr lang="en-US" sz="1400" dirty="0" err="1"/>
              <a:t>salvată</a:t>
            </a:r>
            <a:r>
              <a:rPr lang="en-US" sz="1400" dirty="0"/>
              <a:t> pe disc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încărcată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memorie</a:t>
            </a:r>
            <a:r>
              <a:rPr lang="en-US" sz="1400" dirty="0"/>
              <a:t> de </a:t>
            </a:r>
            <a:r>
              <a:rPr lang="en-US" sz="1400" dirty="0" err="1"/>
              <a:t>serverul</a:t>
            </a:r>
            <a:r>
              <a:rPr lang="en-US" sz="1400" dirty="0"/>
              <a:t> Flask.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 dirty="0"/>
              <a:t>utils.py (</a:t>
            </a:r>
            <a:r>
              <a:rPr lang="en-US" sz="1400" b="1" dirty="0" err="1"/>
              <a:t>Utilitare</a:t>
            </a:r>
            <a:r>
              <a:rPr lang="en-US" sz="1400" b="1" dirty="0"/>
              <a:t>):</a:t>
            </a:r>
            <a:r>
              <a:rPr lang="en-US" sz="1400" dirty="0"/>
              <a:t> Un script care </a:t>
            </a:r>
            <a:r>
              <a:rPr lang="en-US" sz="1400" dirty="0" err="1"/>
              <a:t>conține</a:t>
            </a:r>
            <a:r>
              <a:rPr lang="en-US" sz="1400" dirty="0"/>
              <a:t> </a:t>
            </a:r>
            <a:r>
              <a:rPr lang="en-US" sz="1400" dirty="0" err="1"/>
              <a:t>funcțiile</a:t>
            </a:r>
            <a:r>
              <a:rPr lang="en-US" sz="1400" dirty="0"/>
              <a:t> de pre-</a:t>
            </a:r>
            <a:r>
              <a:rPr lang="en-US" sz="1400" dirty="0" err="1"/>
              <a:t>procesare</a:t>
            </a:r>
            <a:r>
              <a:rPr lang="en-US" sz="1400" dirty="0"/>
              <a:t> a </a:t>
            </a:r>
            <a:r>
              <a:rPr lang="en-US" sz="1400" dirty="0" err="1"/>
              <a:t>imaginilor</a:t>
            </a:r>
            <a:r>
              <a:rPr lang="en-US" sz="1400" dirty="0"/>
              <a:t> (ex: </a:t>
            </a:r>
            <a:r>
              <a:rPr lang="en-US" sz="1400" dirty="0" err="1"/>
              <a:t>folosind</a:t>
            </a:r>
            <a:r>
              <a:rPr lang="en-US" sz="1400" dirty="0"/>
              <a:t> </a:t>
            </a:r>
            <a:r>
              <a:rPr lang="en-US" sz="1400" b="1" dirty="0"/>
              <a:t>OpenCV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b="1" dirty="0"/>
              <a:t>PIL</a:t>
            </a:r>
            <a:r>
              <a:rPr lang="en-US" sz="1400" dirty="0"/>
              <a:t>).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4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8BA4B9CF-E704-C8A3-C1C3-C7FE09EE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B70FD9-BD30-6AA7-3CFB-26D928E85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F6D1E-78ED-59B3-2398-8B997762B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2.4. </a:t>
            </a:r>
            <a:r>
              <a:rPr lang="en-US" sz="1400" b="1" dirty="0" err="1"/>
              <a:t>Fluxurile</a:t>
            </a:r>
            <a:r>
              <a:rPr lang="en-US" sz="1400" b="1" dirty="0"/>
              <a:t> de Date (De la </a:t>
            </a:r>
            <a:r>
              <a:rPr lang="en-US" sz="1400" b="1" dirty="0" err="1"/>
              <a:t>Proces</a:t>
            </a:r>
            <a:r>
              <a:rPr lang="en-US" sz="1400" b="1" dirty="0"/>
              <a:t> Real la SIA </a:t>
            </a:r>
            <a:r>
              <a:rPr lang="en-US" sz="1400" b="1" dirty="0" err="1"/>
              <a:t>și</a:t>
            </a:r>
            <a:r>
              <a:rPr lang="en-US" sz="1400" b="1" dirty="0"/>
              <a:t> Invers)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Proces</a:t>
            </a:r>
            <a:r>
              <a:rPr lang="en-US" sz="1400" dirty="0"/>
              <a:t> Real) </a:t>
            </a:r>
            <a:r>
              <a:rPr lang="en-US" sz="1400" dirty="0" err="1"/>
              <a:t>Mașina</a:t>
            </a:r>
            <a:r>
              <a:rPr lang="en-US" sz="1400" dirty="0"/>
              <a:t> SLM </a:t>
            </a:r>
            <a:r>
              <a:rPr lang="en-US" sz="1400" dirty="0" err="1"/>
              <a:t>topește</a:t>
            </a:r>
            <a:r>
              <a:rPr lang="en-US" sz="1400" dirty="0"/>
              <a:t> </a:t>
            </a:r>
            <a:r>
              <a:rPr lang="en-US" sz="1400" dirty="0" err="1"/>
              <a:t>pulberea</a:t>
            </a:r>
            <a:r>
              <a:rPr lang="en-US" sz="1400" dirty="0"/>
              <a:t>.</a:t>
            </a:r>
          </a:p>
          <a:p>
            <a:r>
              <a:rPr lang="en-US" sz="1400" dirty="0"/>
              <a:t>(Hardware) O </a:t>
            </a:r>
            <a:r>
              <a:rPr lang="en-US" sz="1400" dirty="0" err="1"/>
              <a:t>cameră</a:t>
            </a:r>
            <a:r>
              <a:rPr lang="en-US" sz="1400" dirty="0"/>
              <a:t> </a:t>
            </a:r>
            <a:r>
              <a:rPr lang="en-US" sz="1400" dirty="0" err="1"/>
              <a:t>filmează</a:t>
            </a:r>
            <a:r>
              <a:rPr lang="en-US" sz="1400" dirty="0"/>
              <a:t> "melt pool"-ul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trimite</a:t>
            </a:r>
            <a:r>
              <a:rPr lang="en-US" sz="1400" dirty="0"/>
              <a:t> un </a:t>
            </a:r>
            <a:r>
              <a:rPr lang="en-US" sz="1400" dirty="0" err="1"/>
              <a:t>cadru</a:t>
            </a:r>
            <a:r>
              <a:rPr lang="en-US" sz="1400" dirty="0"/>
              <a:t> (ex: frame_123.jpg) </a:t>
            </a:r>
            <a:r>
              <a:rPr lang="en-US" sz="1400" dirty="0" err="1"/>
              <a:t>către</a:t>
            </a:r>
            <a:r>
              <a:rPr lang="en-US" sz="1400" dirty="0"/>
              <a:t> </a:t>
            </a:r>
            <a:r>
              <a:rPr lang="en-US" sz="1400" dirty="0" err="1"/>
              <a:t>Serverul</a:t>
            </a:r>
            <a:r>
              <a:rPr lang="en-US" sz="1400" dirty="0"/>
              <a:t> AI.</a:t>
            </a:r>
          </a:p>
          <a:p>
            <a:r>
              <a:rPr lang="en-US" sz="1400" dirty="0"/>
              <a:t>(SIA - Software) </a:t>
            </a:r>
            <a:r>
              <a:rPr lang="en-US" sz="1400" dirty="0" err="1"/>
              <a:t>Scriptul</a:t>
            </a:r>
            <a:r>
              <a:rPr lang="en-US" sz="1400" dirty="0"/>
              <a:t> app.py (Flask) </a:t>
            </a:r>
            <a:r>
              <a:rPr lang="en-US" sz="1400" dirty="0" err="1"/>
              <a:t>primește</a:t>
            </a:r>
            <a:r>
              <a:rPr lang="en-US" sz="1400" dirty="0"/>
              <a:t> </a:t>
            </a:r>
            <a:r>
              <a:rPr lang="en-US" sz="1400" dirty="0" err="1"/>
              <a:t>imaginea</a:t>
            </a:r>
            <a:r>
              <a:rPr lang="en-US" sz="1400" dirty="0"/>
              <a:t> la endpoint-ul /</a:t>
            </a:r>
            <a:r>
              <a:rPr lang="en-US" sz="1400" dirty="0" err="1"/>
              <a:t>check_image</a:t>
            </a:r>
            <a:r>
              <a:rPr lang="en-US" sz="1400" dirty="0"/>
              <a:t>.</a:t>
            </a:r>
          </a:p>
          <a:p>
            <a:r>
              <a:rPr lang="en-US" sz="1400" dirty="0"/>
              <a:t>(SIA - Software) app.py </a:t>
            </a:r>
            <a:r>
              <a:rPr lang="en-US" sz="1400" dirty="0" err="1"/>
              <a:t>cheamă</a:t>
            </a:r>
            <a:r>
              <a:rPr lang="en-US" sz="1400" dirty="0"/>
              <a:t> </a:t>
            </a:r>
            <a:r>
              <a:rPr lang="en-US" sz="1400" dirty="0" err="1"/>
              <a:t>funcția</a:t>
            </a:r>
            <a:r>
              <a:rPr lang="en-US" sz="1400" dirty="0"/>
              <a:t> de pre-</a:t>
            </a:r>
            <a:r>
              <a:rPr lang="en-US" sz="1400" dirty="0" err="1"/>
              <a:t>procesare</a:t>
            </a:r>
            <a:r>
              <a:rPr lang="en-US" sz="1400" dirty="0"/>
              <a:t> din utils.py pe imagine.</a:t>
            </a:r>
          </a:p>
          <a:p>
            <a:r>
              <a:rPr lang="en-US" sz="1400" dirty="0"/>
              <a:t>(SIA - Software) app.py </a:t>
            </a:r>
            <a:r>
              <a:rPr lang="en-US" sz="1400" dirty="0" err="1"/>
              <a:t>trimite</a:t>
            </a:r>
            <a:r>
              <a:rPr lang="en-US" sz="1400" dirty="0"/>
              <a:t> </a:t>
            </a:r>
            <a:r>
              <a:rPr lang="en-US" sz="1400" dirty="0" err="1"/>
              <a:t>imaginea</a:t>
            </a:r>
            <a:r>
              <a:rPr lang="en-US" sz="1400" dirty="0"/>
              <a:t> </a:t>
            </a:r>
            <a:r>
              <a:rPr lang="en-US" sz="1400" dirty="0" err="1"/>
              <a:t>procesată</a:t>
            </a:r>
            <a:r>
              <a:rPr lang="en-US" sz="1400" dirty="0"/>
              <a:t> </a:t>
            </a:r>
            <a:r>
              <a:rPr lang="en-US" sz="1400" dirty="0" err="1"/>
              <a:t>modelului</a:t>
            </a:r>
            <a:r>
              <a:rPr lang="en-US" sz="1400" dirty="0"/>
              <a:t> cnn_model.h5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rulează</a:t>
            </a:r>
            <a:r>
              <a:rPr lang="en-US" sz="1400" dirty="0"/>
              <a:t> .predict().</a:t>
            </a:r>
          </a:p>
          <a:p>
            <a:r>
              <a:rPr lang="en-US" sz="1400" dirty="0"/>
              <a:t>(SIA - Software) Modelul </a:t>
            </a:r>
            <a:r>
              <a:rPr lang="en-US" sz="1400" dirty="0" err="1"/>
              <a:t>returnează</a:t>
            </a:r>
            <a:r>
              <a:rPr lang="en-US" sz="1400" dirty="0"/>
              <a:t> un </a:t>
            </a:r>
            <a:r>
              <a:rPr lang="en-US" sz="1400" dirty="0" err="1"/>
              <a:t>rezultat</a:t>
            </a:r>
            <a:r>
              <a:rPr lang="en-US" sz="1400" dirty="0"/>
              <a:t>, ex: [0.98] (</a:t>
            </a:r>
            <a:r>
              <a:rPr lang="en-US" sz="1400" dirty="0" err="1"/>
              <a:t>însemnând</a:t>
            </a:r>
            <a:r>
              <a:rPr lang="en-US" sz="1400" dirty="0"/>
              <a:t> 98% </a:t>
            </a:r>
            <a:r>
              <a:rPr lang="en-US" sz="1400" dirty="0" err="1"/>
              <a:t>șansă</a:t>
            </a:r>
            <a:r>
              <a:rPr lang="en-US" sz="1400" dirty="0"/>
              <a:t> de "Defect").</a:t>
            </a:r>
          </a:p>
          <a:p>
            <a:r>
              <a:rPr lang="en-US" sz="1400" dirty="0"/>
              <a:t>(SIA - Software) app.py </a:t>
            </a:r>
            <a:r>
              <a:rPr lang="en-US" sz="1400" dirty="0" err="1"/>
              <a:t>formatează</a:t>
            </a:r>
            <a:r>
              <a:rPr lang="en-US" sz="1400" dirty="0"/>
              <a:t> </a:t>
            </a:r>
            <a:r>
              <a:rPr lang="en-US" sz="1400" dirty="0" err="1"/>
              <a:t>răspunsul</a:t>
            </a:r>
            <a:r>
              <a:rPr lang="en-US" sz="1400" dirty="0"/>
              <a:t> ca </a:t>
            </a:r>
            <a:r>
              <a:rPr lang="en-US" sz="1400" b="1" dirty="0"/>
              <a:t>JSON</a:t>
            </a:r>
            <a:r>
              <a:rPr lang="en-US" sz="1400" dirty="0"/>
              <a:t>: {"status": "Defect", "confidence": 0.98}.</a:t>
            </a:r>
          </a:p>
          <a:p>
            <a:r>
              <a:rPr lang="en-US" sz="1400" dirty="0"/>
              <a:t>(Invers) </a:t>
            </a:r>
            <a:r>
              <a:rPr lang="en-US" sz="1400" dirty="0" err="1"/>
              <a:t>Răspunsul</a:t>
            </a:r>
            <a:r>
              <a:rPr lang="en-US" sz="1400" dirty="0"/>
              <a:t> JSON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trimis</a:t>
            </a:r>
            <a:r>
              <a:rPr lang="en-US" sz="1400" dirty="0"/>
              <a:t> </a:t>
            </a:r>
            <a:r>
              <a:rPr lang="en-US" sz="1400" dirty="0" err="1"/>
              <a:t>unui</a:t>
            </a:r>
            <a:r>
              <a:rPr lang="en-US" sz="1400" dirty="0"/>
              <a:t> </a:t>
            </a:r>
            <a:r>
              <a:rPr lang="en-US" sz="1400" b="1" dirty="0" err="1"/>
              <a:t>Utilizator</a:t>
            </a:r>
            <a:r>
              <a:rPr lang="en-US" sz="1400" b="1" dirty="0"/>
              <a:t> </a:t>
            </a:r>
            <a:r>
              <a:rPr lang="en-US" sz="1400" b="1" dirty="0" err="1"/>
              <a:t>Sistem</a:t>
            </a:r>
            <a:r>
              <a:rPr lang="en-US" sz="1400" dirty="0"/>
              <a:t> (ex: </a:t>
            </a:r>
            <a:r>
              <a:rPr lang="en-US" sz="1400" dirty="0" err="1"/>
              <a:t>sistemul</a:t>
            </a:r>
            <a:r>
              <a:rPr lang="en-US" sz="1400" dirty="0"/>
              <a:t> de control al </a:t>
            </a:r>
            <a:r>
              <a:rPr lang="en-US" sz="1400" dirty="0" err="1"/>
              <a:t>mașinii</a:t>
            </a:r>
            <a:r>
              <a:rPr lang="en-US" sz="1400" dirty="0"/>
              <a:t> SLM) care </a:t>
            </a:r>
            <a:r>
              <a:rPr lang="en-US" sz="1400" dirty="0" err="1"/>
              <a:t>oprește</a:t>
            </a:r>
            <a:r>
              <a:rPr lang="en-US" sz="1400" dirty="0"/>
              <a:t> automat </a:t>
            </a:r>
            <a:r>
              <a:rPr lang="en-US" sz="1400" dirty="0" err="1"/>
              <a:t>printul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unui</a:t>
            </a:r>
            <a:r>
              <a:rPr lang="en-US" sz="1400" dirty="0"/>
              <a:t> </a:t>
            </a:r>
            <a:r>
              <a:rPr lang="en-US" sz="1400" b="1" dirty="0" err="1"/>
              <a:t>Utilizator</a:t>
            </a:r>
            <a:r>
              <a:rPr lang="en-US" sz="1400" b="1" dirty="0"/>
              <a:t> Uman</a:t>
            </a:r>
            <a:r>
              <a:rPr lang="en-US" sz="1400" dirty="0"/>
              <a:t> (un </a:t>
            </a:r>
            <a:r>
              <a:rPr lang="en-US" sz="1400" dirty="0" err="1"/>
              <a:t>panou</a:t>
            </a:r>
            <a:r>
              <a:rPr lang="en-US" sz="1400" dirty="0"/>
              <a:t> de control) care </a:t>
            </a:r>
            <a:r>
              <a:rPr lang="en-US" sz="1400" dirty="0" err="1"/>
              <a:t>afișează</a:t>
            </a:r>
            <a:r>
              <a:rPr lang="en-US" sz="1400" dirty="0"/>
              <a:t> o </a:t>
            </a:r>
            <a:r>
              <a:rPr lang="en-US" sz="1400" dirty="0" err="1"/>
              <a:t>alertă</a:t>
            </a:r>
            <a:r>
              <a:rPr lang="en-US" sz="1400" dirty="0"/>
              <a:t> </a:t>
            </a:r>
            <a:r>
              <a:rPr lang="en-US" sz="1400" dirty="0" err="1"/>
              <a:t>roșie</a:t>
            </a:r>
            <a:r>
              <a:rPr lang="en-US" sz="1400" dirty="0"/>
              <a:t>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1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AB95E133-D48C-4704-DA08-7A4A3EFE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8DB530-96D9-203B-C4D9-8F32CFB8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2E8E6-D5E5-4A77-6D14-29BA5C8AD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2.5. </a:t>
            </a:r>
            <a:r>
              <a:rPr lang="en-US" b="1" dirty="0" err="1"/>
              <a:t>Datele</a:t>
            </a:r>
            <a:r>
              <a:rPr lang="en-US" b="1" dirty="0"/>
              <a:t> de </a:t>
            </a:r>
            <a:r>
              <a:rPr lang="en-US" b="1" dirty="0" err="1"/>
              <a:t>Intrare</a:t>
            </a:r>
            <a:r>
              <a:rPr lang="en-US" b="1" dirty="0"/>
              <a:t>/</a:t>
            </a:r>
            <a:r>
              <a:rPr lang="en-US" b="1" dirty="0" err="1"/>
              <a:t>Ieșire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Date de </a:t>
            </a:r>
            <a:r>
              <a:rPr lang="en-US" b="1" dirty="0" err="1"/>
              <a:t>Intrare</a:t>
            </a:r>
            <a:r>
              <a:rPr lang="en-US" b="1" dirty="0"/>
              <a:t> (Input):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Tip:</a:t>
            </a:r>
            <a:r>
              <a:rPr lang="en-US" dirty="0"/>
              <a:t> </a:t>
            </a:r>
            <a:r>
              <a:rPr lang="en-US" dirty="0" err="1"/>
              <a:t>Imagini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Format:</a:t>
            </a:r>
            <a:r>
              <a:rPr lang="en-US" dirty="0"/>
              <a:t> .</a:t>
            </a:r>
            <a:r>
              <a:rPr lang="en-US" dirty="0" err="1"/>
              <a:t>png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.jpg (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antrenare</a:t>
            </a:r>
            <a:r>
              <a:rPr lang="en-US" dirty="0"/>
              <a:t>) / Stream video (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producție</a:t>
            </a:r>
            <a:r>
              <a:rPr lang="en-US" dirty="0"/>
              <a:t>).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Specificații</a:t>
            </a:r>
            <a:r>
              <a:rPr lang="en-US" b="1" dirty="0"/>
              <a:t>:</a:t>
            </a:r>
            <a:r>
              <a:rPr lang="en-US" dirty="0"/>
              <a:t> (</a:t>
            </a:r>
            <a:r>
              <a:rPr lang="en-US" dirty="0" err="1"/>
              <a:t>ipotetice</a:t>
            </a:r>
            <a:r>
              <a:rPr lang="en-US" dirty="0"/>
              <a:t>) 64x64 </a:t>
            </a:r>
            <a:r>
              <a:rPr lang="en-US" dirty="0" err="1"/>
              <a:t>pixeli</a:t>
            </a:r>
            <a:r>
              <a:rPr lang="en-US" dirty="0"/>
              <a:t>, 1 canal (grayscale).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Sursă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 err="1"/>
              <a:t>Simulată</a:t>
            </a:r>
            <a:r>
              <a:rPr lang="en-US" dirty="0"/>
              <a:t>.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punctul</a:t>
            </a:r>
            <a:r>
              <a:rPr lang="en-US" dirty="0"/>
              <a:t> 2.8).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Date de </a:t>
            </a:r>
            <a:r>
              <a:rPr lang="en-US" b="1" dirty="0" err="1"/>
              <a:t>Ieșire</a:t>
            </a:r>
            <a:r>
              <a:rPr lang="en-US" b="1" dirty="0"/>
              <a:t> (Output):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Tip:</a:t>
            </a:r>
            <a:r>
              <a:rPr lang="en-US" dirty="0"/>
              <a:t> Date </a:t>
            </a:r>
            <a:r>
              <a:rPr lang="en-US" dirty="0" err="1"/>
              <a:t>structurate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Format:</a:t>
            </a:r>
            <a:r>
              <a:rPr lang="en-US" dirty="0"/>
              <a:t> </a:t>
            </a:r>
            <a:r>
              <a:rPr lang="en-US" b="1" dirty="0"/>
              <a:t>JSON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Exemplu</a:t>
            </a:r>
            <a:r>
              <a:rPr lang="en-US" b="1" dirty="0"/>
              <a:t>:</a:t>
            </a:r>
            <a:r>
              <a:rPr lang="en-US" dirty="0"/>
              <a:t> {"status": "OK", "confidence": 0.99} </a:t>
            </a:r>
            <a:r>
              <a:rPr lang="en-US" dirty="0" err="1"/>
              <a:t>sau</a:t>
            </a:r>
            <a:r>
              <a:rPr lang="en-US" dirty="0"/>
              <a:t> {"status": "Defect", "confidence": 0.98}.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9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26E725D3-E843-DCAB-4291-E6CAF14F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09BDC-43DE-1219-3B97-EA8C5B54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48C65-6E2E-D621-95B0-F68D27D9A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2.6. </a:t>
            </a:r>
            <a:r>
              <a:rPr lang="en-US" sz="1400" b="1" dirty="0" err="1"/>
              <a:t>Tehnologiile</a:t>
            </a:r>
            <a:r>
              <a:rPr lang="en-US" sz="1400" b="1" dirty="0"/>
              <a:t> </a:t>
            </a:r>
            <a:r>
              <a:rPr lang="en-US" sz="1400" b="1" dirty="0" err="1"/>
              <a:t>Utilizate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 err="1"/>
              <a:t>Limbaj</a:t>
            </a:r>
            <a:r>
              <a:rPr lang="en-US" sz="1400" b="1" dirty="0"/>
              <a:t>:</a:t>
            </a:r>
            <a:r>
              <a:rPr lang="en-US" sz="1400" dirty="0"/>
              <a:t> Python 3.x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Rețele</a:t>
            </a:r>
            <a:r>
              <a:rPr lang="en-US" sz="1400" b="1" dirty="0"/>
              <a:t> </a:t>
            </a:r>
            <a:r>
              <a:rPr lang="en-US" sz="1400" b="1" dirty="0" err="1"/>
              <a:t>Neuronale</a:t>
            </a:r>
            <a:r>
              <a:rPr lang="en-US" sz="1400" b="1" dirty="0"/>
              <a:t>:</a:t>
            </a:r>
            <a:r>
              <a:rPr lang="en-US" sz="1400" dirty="0"/>
              <a:t> TensorFlow 2.x cu API-ul </a:t>
            </a:r>
            <a:r>
              <a:rPr lang="en-US" sz="1400" dirty="0" err="1"/>
              <a:t>Keras</a:t>
            </a:r>
            <a:r>
              <a:rPr lang="en-US" sz="1400" dirty="0"/>
              <a:t> (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straturile</a:t>
            </a:r>
            <a:r>
              <a:rPr lang="en-US" sz="1400" dirty="0"/>
              <a:t> Conv2D, MaxPooling2D, Dense).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Web Service (API):</a:t>
            </a:r>
            <a:r>
              <a:rPr lang="en-US" sz="1400" dirty="0"/>
              <a:t> Flask (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FastAPI</a:t>
            </a:r>
            <a:r>
              <a:rPr lang="en-US" sz="14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Manipulare</a:t>
            </a:r>
            <a:r>
              <a:rPr lang="en-US" sz="1400" b="1" dirty="0"/>
              <a:t> Date/</a:t>
            </a:r>
            <a:r>
              <a:rPr lang="en-US" sz="1400" b="1" dirty="0" err="1"/>
              <a:t>Imagini</a:t>
            </a:r>
            <a:r>
              <a:rPr lang="en-US" sz="1400" b="1" dirty="0"/>
              <a:t>:</a:t>
            </a:r>
            <a:r>
              <a:rPr lang="en-US" sz="1400" dirty="0"/>
              <a:t> OpenCV (</a:t>
            </a:r>
            <a:r>
              <a:rPr lang="en-US" sz="1400" dirty="0" err="1"/>
              <a:t>pentru</a:t>
            </a:r>
            <a:r>
              <a:rPr lang="en-US" sz="1400" dirty="0"/>
              <a:t> pre-</a:t>
            </a:r>
            <a:r>
              <a:rPr lang="en-US" sz="1400" dirty="0" err="1"/>
              <a:t>procesare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) </a:t>
            </a:r>
            <a:r>
              <a:rPr lang="en-US" sz="1400" dirty="0" err="1"/>
              <a:t>și</a:t>
            </a:r>
            <a:r>
              <a:rPr lang="en-US" sz="1400" dirty="0"/>
              <a:t> NumPy.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(</a:t>
            </a:r>
            <a:r>
              <a:rPr lang="en-US" sz="1400" b="1" dirty="0" err="1"/>
              <a:t>Notă</a:t>
            </a:r>
            <a:r>
              <a:rPr lang="en-US" sz="1400" b="1" dirty="0"/>
              <a:t>):</a:t>
            </a:r>
            <a:r>
              <a:rPr lang="en-US" sz="1400" dirty="0"/>
              <a:t> </a:t>
            </a:r>
            <a:r>
              <a:rPr lang="en-US" sz="1400" dirty="0" err="1"/>
              <a:t>Stivă</a:t>
            </a:r>
            <a:r>
              <a:rPr lang="en-US" sz="1400" dirty="0"/>
              <a:t> 100% Python, </a:t>
            </a:r>
            <a:r>
              <a:rPr lang="en-US" sz="1400" dirty="0" err="1"/>
              <a:t>înlocuind</a:t>
            </a:r>
            <a:r>
              <a:rPr lang="en-US" sz="1400" dirty="0"/>
              <a:t> </a:t>
            </a:r>
            <a:r>
              <a:rPr lang="en-US" sz="1400" dirty="0" err="1"/>
              <a:t>orice</a:t>
            </a:r>
            <a:r>
              <a:rPr lang="en-US" sz="1400" dirty="0"/>
              <a:t> </a:t>
            </a:r>
            <a:r>
              <a:rPr lang="en-US" sz="1400" dirty="0" err="1"/>
              <a:t>cerință</a:t>
            </a:r>
            <a:r>
              <a:rPr lang="en-US" sz="1400" dirty="0"/>
              <a:t>/toolkit LabVIEW.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04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579191FB-102E-7ADA-74CA-B594D1F1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714921-AC28-5215-E618-5D86B35A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17285-5CD5-3F6D-9575-EF195B86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2.7. </a:t>
            </a:r>
            <a:r>
              <a:rPr lang="en-US" sz="1400" b="1" dirty="0" err="1"/>
              <a:t>Utilizatori</a:t>
            </a:r>
            <a:r>
              <a:rPr lang="en-US" sz="1400" b="1" dirty="0"/>
              <a:t> </a:t>
            </a:r>
            <a:r>
              <a:rPr lang="en-US" sz="1400" b="1" dirty="0" err="1"/>
              <a:t>Potențiali</a:t>
            </a:r>
            <a:r>
              <a:rPr lang="en-US" sz="1400" b="1" dirty="0"/>
              <a:t> </a:t>
            </a:r>
            <a:r>
              <a:rPr lang="en-US" sz="1400" b="1" dirty="0" err="1"/>
              <a:t>și</a:t>
            </a:r>
            <a:r>
              <a:rPr lang="en-US" sz="1400" b="1" dirty="0"/>
              <a:t> </a:t>
            </a:r>
            <a:r>
              <a:rPr lang="en-US" sz="1400" b="1" dirty="0" err="1"/>
              <a:t>Roluri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 err="1"/>
              <a:t>Utilizator</a:t>
            </a:r>
            <a:r>
              <a:rPr lang="en-US" sz="1400" b="1" dirty="0"/>
              <a:t> Standard (Operator </a:t>
            </a:r>
            <a:r>
              <a:rPr lang="en-US" sz="1400" b="1" dirty="0" err="1"/>
              <a:t>Mașină</a:t>
            </a:r>
            <a:r>
              <a:rPr lang="en-US" sz="1400" b="1" dirty="0"/>
              <a:t>):</a:t>
            </a:r>
            <a:r>
              <a:rPr lang="en-US" sz="1400" dirty="0"/>
              <a:t> Vede un dashboard cu </a:t>
            </a:r>
            <a:r>
              <a:rPr lang="en-US" sz="1400" dirty="0" err="1"/>
              <a:t>alerte</a:t>
            </a:r>
            <a:r>
              <a:rPr lang="en-US" sz="1400" dirty="0"/>
              <a:t>. </a:t>
            </a:r>
            <a:r>
              <a:rPr lang="en-US" sz="1400" dirty="0" err="1"/>
              <a:t>Poate</a:t>
            </a:r>
            <a:r>
              <a:rPr lang="en-US" sz="1400" dirty="0"/>
              <a:t> </a:t>
            </a:r>
            <a:r>
              <a:rPr lang="en-US" sz="1400" dirty="0" err="1"/>
              <a:t>vizualiza</a:t>
            </a:r>
            <a:r>
              <a:rPr lang="en-US" sz="1400" dirty="0"/>
              <a:t> </a:t>
            </a:r>
            <a:r>
              <a:rPr lang="en-US" sz="1400" dirty="0" err="1"/>
              <a:t>fluxul</a:t>
            </a:r>
            <a:r>
              <a:rPr lang="en-US" sz="1400" dirty="0"/>
              <a:t> video, </a:t>
            </a:r>
            <a:r>
              <a:rPr lang="en-US" sz="1400" dirty="0" err="1"/>
              <a:t>dar</a:t>
            </a:r>
            <a:r>
              <a:rPr lang="en-US" sz="1400" dirty="0"/>
              <a:t> nu </a:t>
            </a:r>
            <a:r>
              <a:rPr lang="en-US" sz="1400" dirty="0" err="1"/>
              <a:t>poate</a:t>
            </a:r>
            <a:r>
              <a:rPr lang="en-US" sz="1400" dirty="0"/>
              <a:t> </a:t>
            </a:r>
            <a:r>
              <a:rPr lang="en-US" sz="1400" dirty="0" err="1"/>
              <a:t>modifica</a:t>
            </a:r>
            <a:r>
              <a:rPr lang="en-US" sz="1400" dirty="0"/>
              <a:t> </a:t>
            </a:r>
            <a:r>
              <a:rPr lang="en-US" sz="1400" dirty="0" err="1"/>
              <a:t>modelul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Admin (</a:t>
            </a:r>
            <a:r>
              <a:rPr lang="en-US" sz="1400" b="1" dirty="0" err="1"/>
              <a:t>Inginer</a:t>
            </a:r>
            <a:r>
              <a:rPr lang="en-US" sz="1400" b="1" dirty="0"/>
              <a:t> de </a:t>
            </a:r>
            <a:r>
              <a:rPr lang="en-US" sz="1400" b="1" dirty="0" err="1"/>
              <a:t>Calitate</a:t>
            </a:r>
            <a:r>
              <a:rPr lang="en-US" sz="1400" b="1" dirty="0"/>
              <a:t> / </a:t>
            </a:r>
            <a:r>
              <a:rPr lang="en-US" sz="1400" b="1" dirty="0" err="1"/>
              <a:t>Inginer</a:t>
            </a:r>
            <a:r>
              <a:rPr lang="en-US" sz="1400" b="1" dirty="0"/>
              <a:t> AI):</a:t>
            </a:r>
            <a:r>
              <a:rPr lang="en-US" sz="1400" dirty="0"/>
              <a:t> Are </a:t>
            </a:r>
            <a:r>
              <a:rPr lang="en-US" sz="1400" dirty="0" err="1"/>
              <a:t>acces</a:t>
            </a:r>
            <a:r>
              <a:rPr lang="en-US" sz="1400" dirty="0"/>
              <a:t> la server. </a:t>
            </a:r>
            <a:r>
              <a:rPr lang="en-US" sz="1400" dirty="0" err="1"/>
              <a:t>Poate</a:t>
            </a:r>
            <a:r>
              <a:rPr lang="en-US" sz="1400" dirty="0"/>
              <a:t> </a:t>
            </a:r>
            <a:r>
              <a:rPr lang="en-US" sz="1400" dirty="0" err="1"/>
              <a:t>adăuga</a:t>
            </a:r>
            <a:r>
              <a:rPr lang="en-US" sz="1400" dirty="0"/>
              <a:t> </a:t>
            </a:r>
            <a:r>
              <a:rPr lang="en-US" sz="1400" dirty="0" err="1"/>
              <a:t>imagini</a:t>
            </a:r>
            <a:r>
              <a:rPr lang="en-US" sz="1400" dirty="0"/>
              <a:t> </a:t>
            </a:r>
            <a:r>
              <a:rPr lang="en-US" sz="1400" dirty="0" err="1"/>
              <a:t>noi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setul</a:t>
            </a:r>
            <a:r>
              <a:rPr lang="en-US" sz="1400" dirty="0"/>
              <a:t> de date (ex: </a:t>
            </a:r>
            <a:r>
              <a:rPr lang="en-US" sz="1400" dirty="0" err="1"/>
              <a:t>etichetează</a:t>
            </a:r>
            <a:r>
              <a:rPr lang="en-US" sz="1400" dirty="0"/>
              <a:t> un nou tip de defect)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poate</a:t>
            </a:r>
            <a:r>
              <a:rPr lang="en-US" sz="1400" dirty="0"/>
              <a:t> </a:t>
            </a:r>
            <a:r>
              <a:rPr lang="en-US" sz="1400" dirty="0" err="1"/>
              <a:t>declanșa</a:t>
            </a:r>
            <a:r>
              <a:rPr lang="en-US" sz="1400" dirty="0"/>
              <a:t> re-</a:t>
            </a:r>
            <a:r>
              <a:rPr lang="en-US" sz="1400" dirty="0" err="1"/>
              <a:t>antrenarea</a:t>
            </a:r>
            <a:r>
              <a:rPr lang="en-US" sz="1400" dirty="0"/>
              <a:t> </a:t>
            </a:r>
            <a:r>
              <a:rPr lang="en-US" sz="1400" dirty="0" err="1"/>
              <a:t>modelului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Utilizator</a:t>
            </a:r>
            <a:r>
              <a:rPr lang="en-US" sz="1400" b="1" dirty="0"/>
              <a:t> </a:t>
            </a:r>
            <a:r>
              <a:rPr lang="en-US" sz="1400" b="1" dirty="0" err="1"/>
              <a:t>Sistem</a:t>
            </a:r>
            <a:r>
              <a:rPr lang="en-US" sz="1400" b="1" dirty="0"/>
              <a:t> (</a:t>
            </a:r>
            <a:r>
              <a:rPr lang="en-US" sz="1400" b="1" dirty="0" err="1"/>
              <a:t>Sistemul</a:t>
            </a:r>
            <a:r>
              <a:rPr lang="en-US" sz="1400" b="1" dirty="0"/>
              <a:t> de Control al </a:t>
            </a:r>
            <a:r>
              <a:rPr lang="en-US" sz="1400" b="1" dirty="0" err="1"/>
              <a:t>Mașinii</a:t>
            </a:r>
            <a:r>
              <a:rPr lang="en-US" sz="1400" b="1" dirty="0"/>
              <a:t>):</a:t>
            </a:r>
            <a:r>
              <a:rPr lang="en-US" sz="1400" dirty="0"/>
              <a:t> Un alt program (client API) care </a:t>
            </a:r>
            <a:r>
              <a:rPr lang="en-US" sz="1400" dirty="0" err="1"/>
              <a:t>consumă</a:t>
            </a:r>
            <a:r>
              <a:rPr lang="en-US" sz="1400" dirty="0"/>
              <a:t> automat </a:t>
            </a:r>
            <a:r>
              <a:rPr lang="en-US" sz="1400" dirty="0" err="1"/>
              <a:t>răspunsul</a:t>
            </a:r>
            <a:r>
              <a:rPr lang="en-US" sz="1400" dirty="0"/>
              <a:t> JSON al SIA-</a:t>
            </a:r>
            <a:r>
              <a:rPr lang="en-US" sz="1400" dirty="0" err="1"/>
              <a:t>ului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lua</a:t>
            </a:r>
            <a:r>
              <a:rPr lang="en-US" sz="1400" dirty="0"/>
              <a:t> </a:t>
            </a:r>
            <a:r>
              <a:rPr lang="en-US" sz="1400" dirty="0" err="1"/>
              <a:t>decizii</a:t>
            </a:r>
            <a:r>
              <a:rPr lang="en-US" sz="1400" dirty="0"/>
              <a:t> (ex: IF status == "Defect" THEN STOP_PRINT).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4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6B3D8B65-C421-BC73-812D-494156C6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9614A9-E005-B548-36A0-C265E1D9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4"/>
            <a:ext cx="8428900" cy="1176511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ales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07B09-8AB1-7E53-23B5-46C01A969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621534"/>
            <a:ext cx="7557000" cy="3521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2.8. Componenta de </a:t>
            </a:r>
            <a:r>
              <a:rPr lang="en-US" b="1" dirty="0" err="1"/>
              <a:t>Simulare</a:t>
            </a:r>
            <a:r>
              <a:rPr lang="en-US" b="1" dirty="0"/>
              <a:t> (</a:t>
            </a:r>
            <a:r>
              <a:rPr lang="en-US" b="1" dirty="0" err="1"/>
              <a:t>Achițizie</a:t>
            </a:r>
            <a:r>
              <a:rPr lang="en-US" b="1" dirty="0"/>
              <a:t> </a:t>
            </a:r>
            <a:r>
              <a:rPr lang="en-US" b="1" dirty="0" err="1"/>
              <a:t>Reală</a:t>
            </a:r>
            <a:r>
              <a:rPr lang="en-US" b="1" dirty="0"/>
              <a:t> vs. </a:t>
            </a:r>
            <a:r>
              <a:rPr lang="en-US" b="1" dirty="0" err="1"/>
              <a:t>Simulare</a:t>
            </a:r>
            <a:r>
              <a:rPr lang="en-US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Sistemul</a:t>
            </a:r>
            <a:r>
              <a:rPr lang="en-US" dirty="0"/>
              <a:t> include o </a:t>
            </a:r>
            <a:r>
              <a:rPr lang="en-US" dirty="0" err="1"/>
              <a:t>componentă</a:t>
            </a:r>
            <a:r>
              <a:rPr lang="en-US" dirty="0"/>
              <a:t> de </a:t>
            </a:r>
            <a:r>
              <a:rPr lang="en-US" dirty="0" err="1"/>
              <a:t>simulare</a:t>
            </a:r>
            <a:r>
              <a:rPr lang="en-US" dirty="0"/>
              <a:t>,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vitală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Motiv: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(</a:t>
            </a:r>
            <a:r>
              <a:rPr lang="en-US" dirty="0" err="1"/>
              <a:t>imagini</a:t>
            </a:r>
            <a:r>
              <a:rPr lang="en-US" dirty="0"/>
              <a:t> cu </a:t>
            </a:r>
            <a:r>
              <a:rPr lang="en-US" dirty="0" err="1"/>
              <a:t>defecte</a:t>
            </a:r>
            <a:r>
              <a:rPr lang="en-US" dirty="0"/>
              <a:t> de la o </a:t>
            </a:r>
            <a:r>
              <a:rPr lang="en-US" dirty="0" err="1"/>
              <a:t>mașină</a:t>
            </a:r>
            <a:r>
              <a:rPr lang="en-US" dirty="0"/>
              <a:t> SLM de </a:t>
            </a:r>
            <a:r>
              <a:rPr lang="en-US" dirty="0" err="1"/>
              <a:t>sute</a:t>
            </a:r>
            <a:r>
              <a:rPr lang="en-US" dirty="0"/>
              <a:t> de mii de euro) sunt </a:t>
            </a:r>
            <a:r>
              <a:rPr lang="en-US" dirty="0" err="1"/>
              <a:t>extrem</a:t>
            </a:r>
            <a:r>
              <a:rPr lang="en-US" dirty="0"/>
              <a:t> de </a:t>
            </a:r>
            <a:r>
              <a:rPr lang="en-US" dirty="0" err="1"/>
              <a:t>greu</a:t>
            </a:r>
            <a:r>
              <a:rPr lang="en-US" dirty="0"/>
              <a:t> de </a:t>
            </a:r>
            <a:r>
              <a:rPr lang="en-US" dirty="0" err="1"/>
              <a:t>obținut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Implementare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script image_generator.py (</a:t>
            </a:r>
            <a:r>
              <a:rPr lang="en-US" dirty="0" err="1"/>
              <a:t>folosind</a:t>
            </a:r>
            <a:r>
              <a:rPr lang="en-US" dirty="0"/>
              <a:t> OpenCV </a:t>
            </a:r>
            <a:r>
              <a:rPr lang="en-US" dirty="0" err="1"/>
              <a:t>și</a:t>
            </a:r>
            <a:r>
              <a:rPr lang="en-US" dirty="0"/>
              <a:t> NumPy) care </a:t>
            </a:r>
            <a:r>
              <a:rPr lang="en-US" b="1" dirty="0" err="1"/>
              <a:t>desenează</a:t>
            </a:r>
            <a:r>
              <a:rPr lang="en-US" dirty="0"/>
              <a:t> </a:t>
            </a:r>
            <a:r>
              <a:rPr lang="en-US" dirty="0" err="1"/>
              <a:t>imaginile</a:t>
            </a:r>
            <a:r>
              <a:rPr lang="en-US" dirty="0"/>
              <a:t> de </a:t>
            </a:r>
            <a:r>
              <a:rPr lang="en-US" dirty="0" err="1"/>
              <a:t>antrenament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Clasa</a:t>
            </a:r>
            <a:r>
              <a:rPr lang="en-US" b="1" dirty="0"/>
              <a:t> "OK":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1000 de </a:t>
            </a:r>
            <a:r>
              <a:rPr lang="en-US" dirty="0" err="1"/>
              <a:t>imagini</a:t>
            </a:r>
            <a:r>
              <a:rPr lang="en-US" dirty="0"/>
              <a:t> cu un </a:t>
            </a:r>
            <a:r>
              <a:rPr lang="en-US" dirty="0" err="1"/>
              <a:t>cerc</a:t>
            </a:r>
            <a:r>
              <a:rPr lang="en-US" dirty="0"/>
              <a:t> </a:t>
            </a:r>
            <a:r>
              <a:rPr lang="en-US" dirty="0" err="1"/>
              <a:t>luminos</a:t>
            </a:r>
            <a:r>
              <a:rPr lang="en-US" dirty="0"/>
              <a:t>,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stabil</a:t>
            </a:r>
            <a:r>
              <a:rPr lang="en-US" dirty="0"/>
              <a:t> (</a:t>
            </a:r>
            <a:r>
              <a:rPr lang="en-US" dirty="0" err="1"/>
              <a:t>simulând</a:t>
            </a:r>
            <a:r>
              <a:rPr lang="en-US" dirty="0"/>
              <a:t> un "melt pool" normal). * </a:t>
            </a:r>
            <a:r>
              <a:rPr lang="en-US" b="1" dirty="0" err="1"/>
              <a:t>Clasa</a:t>
            </a:r>
            <a:r>
              <a:rPr lang="en-US" b="1" dirty="0"/>
              <a:t> "Defect":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1000 de </a:t>
            </a:r>
            <a:r>
              <a:rPr lang="en-US" dirty="0" err="1"/>
              <a:t>imagini</a:t>
            </a:r>
            <a:r>
              <a:rPr lang="en-US" dirty="0"/>
              <a:t> cu </a:t>
            </a:r>
            <a:r>
              <a:rPr lang="en-US" dirty="0" err="1"/>
              <a:t>forme</a:t>
            </a:r>
            <a:r>
              <a:rPr lang="en-US" dirty="0"/>
              <a:t> </a:t>
            </a:r>
            <a:r>
              <a:rPr lang="en-US" dirty="0" err="1"/>
              <a:t>anormale</a:t>
            </a:r>
            <a:r>
              <a:rPr lang="en-US" dirty="0"/>
              <a:t>: </a:t>
            </a:r>
            <a:r>
              <a:rPr lang="en-US" dirty="0" err="1"/>
              <a:t>pete</a:t>
            </a:r>
            <a:r>
              <a:rPr lang="en-US" dirty="0"/>
              <a:t> </a:t>
            </a:r>
            <a:r>
              <a:rPr lang="en-US" dirty="0" err="1"/>
              <a:t>difuze</a:t>
            </a:r>
            <a:r>
              <a:rPr lang="en-US" dirty="0"/>
              <a:t> (</a:t>
            </a:r>
            <a:r>
              <a:rPr lang="en-US" dirty="0" err="1"/>
              <a:t>lipsă</a:t>
            </a:r>
            <a:r>
              <a:rPr lang="en-US" dirty="0"/>
              <a:t> de </a:t>
            </a:r>
            <a:r>
              <a:rPr lang="en-US" dirty="0" err="1"/>
              <a:t>fuziune</a:t>
            </a:r>
            <a:r>
              <a:rPr lang="en-US" dirty="0"/>
              <a:t>), </a:t>
            </a:r>
            <a:r>
              <a:rPr lang="en-US" dirty="0" err="1"/>
              <a:t>forme</a:t>
            </a:r>
            <a:r>
              <a:rPr lang="en-US" dirty="0"/>
              <a:t> </a:t>
            </a:r>
            <a:r>
              <a:rPr lang="en-US" dirty="0" err="1"/>
              <a:t>alungite</a:t>
            </a:r>
            <a:r>
              <a:rPr lang="en-US" dirty="0"/>
              <a:t> (</a:t>
            </a:r>
            <a:r>
              <a:rPr lang="en-US" dirty="0" err="1"/>
              <a:t>supraîncălzire</a:t>
            </a:r>
            <a:r>
              <a:rPr lang="en-US" dirty="0"/>
              <a:t>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puncte</a:t>
            </a:r>
            <a:r>
              <a:rPr lang="en-US" dirty="0"/>
              <a:t> multiple (</a:t>
            </a:r>
            <a:r>
              <a:rPr lang="en-US" dirty="0" err="1"/>
              <a:t>stropi</a:t>
            </a:r>
            <a:r>
              <a:rPr lang="en-US" dirty="0"/>
              <a:t>/spatter).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09698"/>
      </p:ext>
    </p:extLst>
  </p:cSld>
  <p:clrMapOvr>
    <a:masterClrMapping/>
  </p:clrMapOvr>
</p:sld>
</file>

<file path=ppt/theme/theme1.xml><?xml version="1.0" encoding="utf-8"?>
<a:theme xmlns:a="http://schemas.openxmlformats.org/drawingml/2006/main" name="3D Printing Processes by Slidesgo">
  <a:themeElements>
    <a:clrScheme name="Simple Light">
      <a:dk1>
        <a:srgbClr val="FFFFFF"/>
      </a:dk1>
      <a:lt1>
        <a:srgbClr val="191919"/>
      </a:lt1>
      <a:dk2>
        <a:srgbClr val="2EBF91"/>
      </a:dk2>
      <a:lt2>
        <a:srgbClr val="005AA7"/>
      </a:lt2>
      <a:accent1>
        <a:srgbClr val="108DC7"/>
      </a:accent1>
      <a:accent2>
        <a:srgbClr val="588FAA"/>
      </a:accent2>
      <a:accent3>
        <a:srgbClr val="8360C3"/>
      </a:accent3>
      <a:accent4>
        <a:srgbClr val="FC4B1A"/>
      </a:accent4>
      <a:accent5>
        <a:srgbClr val="EF8E38"/>
      </a:accent5>
      <a:accent6>
        <a:srgbClr val="F7B7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1640</Words>
  <Application>Microsoft Office PowerPoint</Application>
  <PresentationFormat>On-screen Show (16:9)</PresentationFormat>
  <Paragraphs>98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Lexend Exa</vt:lpstr>
      <vt:lpstr>Lexend Exa ExtraBold</vt:lpstr>
      <vt:lpstr>Lexend Light</vt:lpstr>
      <vt:lpstr>Lexend Exa Light</vt:lpstr>
      <vt:lpstr>Montserrat</vt:lpstr>
      <vt:lpstr>Wingdings</vt:lpstr>
      <vt:lpstr>Bebas Neue</vt:lpstr>
      <vt:lpstr>3D Printing Processes by Slidesgo</vt:lpstr>
      <vt:lpstr> Optimizare prin predictie a Selective Laser Melting</vt:lpstr>
      <vt:lpstr>01</vt:lpstr>
      <vt:lpstr>Descriere nevoie</vt:lpstr>
      <vt:lpstr>1. Descriere nevoie</vt:lpstr>
      <vt:lpstr>1. Descriere nevoie</vt:lpstr>
      <vt:lpstr>1. Descriere nevoie</vt:lpstr>
      <vt:lpstr>1. Descriere nevoie</vt:lpstr>
      <vt:lpstr>1. Descriere nevoie</vt:lpstr>
      <vt:lpstr>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  <vt:lpstr>2. Descrierea Sistemului cu Inteligență Artificială 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Tudor-Ştefan NICOLAE (140802)</cp:lastModifiedBy>
  <cp:revision>1</cp:revision>
  <dcterms:modified xsi:type="dcterms:W3CDTF">2025-11-13T09:36:06Z</dcterms:modified>
</cp:coreProperties>
</file>